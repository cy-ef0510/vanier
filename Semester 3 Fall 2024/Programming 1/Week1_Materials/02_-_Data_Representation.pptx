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3" r:id="rId5"/>
    <p:sldId id="261" r:id="rId6"/>
    <p:sldId id="262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05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036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95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993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170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28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435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80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09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439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380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86473-9044-4C91-9362-E12D4B6308E0}" type="datetimeFigureOut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F6195-3742-47FA-A87B-E6D5CEB7B56D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3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Data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59241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Binary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A CPU understands only binary numbers</a:t>
            </a:r>
            <a:r>
              <a:rPr lang="en-CA" i="1" baseline="30000" dirty="0"/>
              <a:t> 1</a:t>
            </a:r>
          </a:p>
          <a:p>
            <a:pPr lvl="1"/>
            <a:r>
              <a:rPr lang="en-CA" i="1" dirty="0"/>
              <a:t>Binary numbers consist only of 2 digits, 0 and 1 (base 2 system)</a:t>
            </a:r>
          </a:p>
          <a:p>
            <a:pPr lvl="1"/>
            <a:r>
              <a:rPr lang="en-CA" i="1" dirty="0"/>
              <a:t>Most people are used to the decimal numbering system (base 10) which uses values between 0 and 9</a:t>
            </a:r>
          </a:p>
          <a:p>
            <a:r>
              <a:rPr lang="en-CA" i="1" dirty="0"/>
              <a:t>All data  is stored in a computer’s memory as binary digits</a:t>
            </a:r>
            <a:r>
              <a:rPr lang="en-CA" i="1" baseline="30000" dirty="0"/>
              <a:t> 1</a:t>
            </a:r>
          </a:p>
          <a:p>
            <a:pPr lvl="1"/>
            <a:r>
              <a:rPr lang="en-CA" i="1" dirty="0"/>
              <a:t>A bit holds 1 binary digit</a:t>
            </a:r>
          </a:p>
          <a:p>
            <a:pPr lvl="1"/>
            <a:r>
              <a:rPr lang="en-CA" i="1" dirty="0"/>
              <a:t>A byte holds 8 binary digits</a:t>
            </a:r>
          </a:p>
          <a:p>
            <a:endParaRPr lang="en-CA" dirty="0"/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55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Binary Numbers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 </a:t>
            </a:r>
          </a:p>
          <a:p>
            <a:pPr lvl="1"/>
            <a:r>
              <a:rPr lang="en-CA" dirty="0"/>
              <a:t>The number 359 is written as a combination of powers of 10</a:t>
            </a:r>
          </a:p>
          <a:p>
            <a:pPr lvl="2"/>
            <a:r>
              <a:rPr lang="en-CA" dirty="0"/>
              <a:t>359 = 3*10</a:t>
            </a:r>
            <a:r>
              <a:rPr lang="en-CA" baseline="30000" dirty="0"/>
              <a:t>2</a:t>
            </a:r>
            <a:r>
              <a:rPr lang="en-CA" dirty="0"/>
              <a:t> + 5*10</a:t>
            </a:r>
            <a:r>
              <a:rPr lang="en-CA" baseline="30000" dirty="0"/>
              <a:t>1</a:t>
            </a:r>
            <a:r>
              <a:rPr lang="en-CA" dirty="0"/>
              <a:t> + 9*10</a:t>
            </a:r>
            <a:r>
              <a:rPr lang="en-CA" baseline="30000" dirty="0"/>
              <a:t>0</a:t>
            </a:r>
          </a:p>
          <a:p>
            <a:pPr lvl="1"/>
            <a:r>
              <a:rPr lang="en-CA" dirty="0"/>
              <a:t>Similarly, binary numbers are written as a combination of powers of 2</a:t>
            </a:r>
          </a:p>
          <a:p>
            <a:pPr lvl="2"/>
            <a:r>
              <a:rPr lang="en-CA" dirty="0"/>
              <a:t>11011 = 1*2</a:t>
            </a:r>
            <a:r>
              <a:rPr lang="en-CA" baseline="30000" dirty="0"/>
              <a:t>4</a:t>
            </a:r>
            <a:r>
              <a:rPr lang="en-CA" dirty="0"/>
              <a:t> + 1*2</a:t>
            </a:r>
            <a:r>
              <a:rPr lang="en-CA" baseline="30000" dirty="0"/>
              <a:t>3</a:t>
            </a:r>
            <a:r>
              <a:rPr lang="en-CA" dirty="0"/>
              <a:t> + 0*2</a:t>
            </a:r>
            <a:r>
              <a:rPr lang="en-CA" baseline="30000" dirty="0"/>
              <a:t>2</a:t>
            </a:r>
            <a:r>
              <a:rPr lang="en-CA" dirty="0"/>
              <a:t> +1*2</a:t>
            </a:r>
            <a:r>
              <a:rPr lang="en-CA" baseline="30000" dirty="0"/>
              <a:t>1</a:t>
            </a:r>
            <a:r>
              <a:rPr lang="en-CA" dirty="0"/>
              <a:t> + 1*2</a:t>
            </a:r>
            <a:r>
              <a:rPr lang="en-CA" baseline="30000" dirty="0"/>
              <a:t>0</a:t>
            </a:r>
          </a:p>
          <a:p>
            <a:endParaRPr lang="en-CA" i="1" dirty="0"/>
          </a:p>
          <a:p>
            <a:r>
              <a:rPr lang="en-CA" i="1" dirty="0"/>
              <a:t>Because computers store numbers as binary, and people recognize numbers in decimal values, conversion between the decimal and binary number systems often takes place inside a computer. </a:t>
            </a:r>
            <a:r>
              <a:rPr lang="en-CA" i="1" baseline="30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972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Binary Numbers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 in binary is 0001 or 1</a:t>
            </a:r>
          </a:p>
          <a:p>
            <a:r>
              <a:rPr lang="en-US" dirty="0"/>
              <a:t>2 in binary is 0010 or 10</a:t>
            </a:r>
          </a:p>
          <a:p>
            <a:r>
              <a:rPr lang="en-US" dirty="0"/>
              <a:t>3 in binary is 0011 or 11</a:t>
            </a:r>
          </a:p>
          <a:p>
            <a:r>
              <a:rPr lang="en-US" dirty="0"/>
              <a:t>4 in binary is 0100 or 100</a:t>
            </a:r>
          </a:p>
          <a:p>
            <a:r>
              <a:rPr lang="en-US" dirty="0"/>
              <a:t>5 in binary is 0101 or 101</a:t>
            </a:r>
          </a:p>
          <a:p>
            <a:r>
              <a:rPr lang="en-US" dirty="0"/>
              <a:t>6 in binary is 0110 or 110</a:t>
            </a:r>
          </a:p>
          <a:p>
            <a:r>
              <a:rPr lang="en-US" dirty="0"/>
              <a:t>7 in binary is 0111 or 111</a:t>
            </a:r>
          </a:p>
          <a:p>
            <a:r>
              <a:rPr lang="en-US" dirty="0"/>
              <a:t>8 in binary is 1000</a:t>
            </a:r>
          </a:p>
          <a:p>
            <a:r>
              <a:rPr lang="en-US" dirty="0"/>
              <a:t>9 in binary is 1001</a:t>
            </a:r>
          </a:p>
          <a:p>
            <a:r>
              <a:rPr lang="en-US" dirty="0"/>
              <a:t>10 in binary is 1010</a:t>
            </a:r>
            <a:r>
              <a:rPr lang="en-CA" i="1" baseline="30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66670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Hexadecimal Numbers to Represent Binary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Binary numbers can become rather long. </a:t>
            </a:r>
            <a:r>
              <a:rPr lang="en-CA" i="1" baseline="30000" dirty="0"/>
              <a:t>1</a:t>
            </a:r>
          </a:p>
          <a:p>
            <a:pPr lvl="1"/>
            <a:r>
              <a:rPr lang="en-CA" dirty="0"/>
              <a:t>It takes 16 binary digits to represent the decimal value 32768</a:t>
            </a:r>
          </a:p>
          <a:p>
            <a:r>
              <a:rPr lang="en-CA" i="1" dirty="0"/>
              <a:t>The hexadecimal, or base 16, system is often used as a shorthand representation of binary numbers </a:t>
            </a:r>
            <a:r>
              <a:rPr lang="en-CA" i="1" baseline="30000" dirty="0"/>
              <a:t>1</a:t>
            </a:r>
          </a:p>
          <a:p>
            <a:pPr lvl="1"/>
            <a:r>
              <a:rPr lang="en-CA" dirty="0"/>
              <a:t>The hexadecimal systems uses 16 digits:</a:t>
            </a:r>
          </a:p>
          <a:p>
            <a:pPr lvl="2"/>
            <a:r>
              <a:rPr lang="en-CA" dirty="0"/>
              <a:t>0-9</a:t>
            </a:r>
          </a:p>
          <a:p>
            <a:pPr lvl="2"/>
            <a:r>
              <a:rPr lang="en-CA" dirty="0"/>
              <a:t>A-F (to represent the values 10, 11, 12, 13, 14, and 15)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026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Representing characters with the Unicode Character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 represents characters using the Unicode Worldwide Character Standard, or simply Unicode. </a:t>
            </a:r>
            <a:r>
              <a:rPr lang="en-CA" baseline="30000" dirty="0"/>
              <a:t>1</a:t>
            </a:r>
          </a:p>
          <a:p>
            <a:r>
              <a:rPr lang="en-CA" dirty="0"/>
              <a:t>Each Unicode character is represented as 16 bits, or 2 bytes </a:t>
            </a:r>
            <a:r>
              <a:rPr lang="en-CA" baseline="30000" dirty="0"/>
              <a:t>1</a:t>
            </a:r>
          </a:p>
          <a:p>
            <a:pPr marL="457200" lvl="1" indent="0">
              <a:buNone/>
            </a:pPr>
            <a:endParaRPr lang="en-CA" dirty="0">
              <a:solidFill>
                <a:srgbClr val="FF0000"/>
              </a:solidFill>
            </a:endParaRPr>
          </a:p>
          <a:p>
            <a:r>
              <a:rPr lang="en-CA" dirty="0"/>
              <a:t>Notes</a:t>
            </a:r>
          </a:p>
          <a:p>
            <a:pPr lvl="1"/>
            <a:r>
              <a:rPr lang="en-CA" i="1" dirty="0"/>
              <a:t>Many programming languages store characters in the ASCII (</a:t>
            </a:r>
            <a:r>
              <a:rPr lang="en-CA" i="1" u="sng" dirty="0"/>
              <a:t>A</a:t>
            </a:r>
            <a:r>
              <a:rPr lang="en-CA" i="1" dirty="0"/>
              <a:t>merican </a:t>
            </a:r>
            <a:r>
              <a:rPr lang="en-CA" i="1" u="sng" dirty="0"/>
              <a:t>S</a:t>
            </a:r>
            <a:r>
              <a:rPr lang="en-CA" i="1" dirty="0"/>
              <a:t>tandard </a:t>
            </a:r>
            <a:r>
              <a:rPr lang="en-CA" i="1" u="sng" dirty="0"/>
              <a:t>C</a:t>
            </a:r>
            <a:r>
              <a:rPr lang="en-CA" i="1" dirty="0"/>
              <a:t>ode for </a:t>
            </a:r>
            <a:r>
              <a:rPr lang="en-CA" i="1" u="sng" dirty="0"/>
              <a:t>I</a:t>
            </a:r>
            <a:r>
              <a:rPr lang="en-CA" i="1" dirty="0"/>
              <a:t>nformation </a:t>
            </a:r>
            <a:r>
              <a:rPr lang="en-CA" i="1" u="sng" dirty="0"/>
              <a:t>I</a:t>
            </a:r>
            <a:r>
              <a:rPr lang="en-CA" i="1" dirty="0"/>
              <a:t>nterchange) character set, which uses 7 bits to encode each character, and thus, can represent only 128 characters. </a:t>
            </a:r>
            <a:r>
              <a:rPr lang="en-CA" i="1" baseline="30000" dirty="0"/>
              <a:t>1</a:t>
            </a:r>
          </a:p>
          <a:p>
            <a:pPr lvl="1"/>
            <a:r>
              <a:rPr lang="en-CA" i="1" dirty="0"/>
              <a:t>For compatibility with the ASCII character set, the first 128 characters in the Unicode character set are the same as the ASCII character set. </a:t>
            </a:r>
            <a:r>
              <a:rPr lang="en-CA" i="1" baseline="30000" dirty="0"/>
              <a:t>1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380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24176151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2500</TotalTime>
  <Words>399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Vanier</vt:lpstr>
      <vt:lpstr>Programming 1</vt:lpstr>
      <vt:lpstr>Binary Numbers</vt:lpstr>
      <vt:lpstr>Binary Numbers (cont’d)</vt:lpstr>
      <vt:lpstr>Binary Numbers (cont’d)</vt:lpstr>
      <vt:lpstr>Using Hexadecimal Numbers to Represent Binary Numbers</vt:lpstr>
      <vt:lpstr>Representing characters with the Unicode Character Set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1</dc:title>
  <dc:creator>Ronald Raphael</dc:creator>
  <cp:lastModifiedBy>Nneamaka Chrysa Adirika</cp:lastModifiedBy>
  <cp:revision>29</cp:revision>
  <dcterms:created xsi:type="dcterms:W3CDTF">2019-06-03T18:53:22Z</dcterms:created>
  <dcterms:modified xsi:type="dcterms:W3CDTF">2024-08-19T17:52:14Z</dcterms:modified>
</cp:coreProperties>
</file>