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911F30E-F811-4B0A-A50C-B072DD303825}">
          <p14:sldIdLst>
            <p14:sldId id="256"/>
          </p14:sldIdLst>
        </p14:section>
        <p14:section name="Handling User Inputs" id="{390D2D94-9E18-4058-B39D-F15F073EE03D}">
          <p14:sldIdLst>
            <p14:sldId id="258"/>
            <p14:sldId id="259"/>
            <p14:sldId id="260"/>
            <p14:sldId id="262"/>
            <p14:sldId id="261"/>
            <p14:sldId id="263"/>
          </p14:sldIdLst>
        </p14:section>
        <p14:section name="References" id="{7A1B7B76-CE42-4F61-AF47-D87823311B7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Raphael" initials="RR" lastIdx="1" clrIdx="0">
    <p:extLst>
      <p:ext uri="{19B8F6BF-5375-455C-9EA6-DF929625EA0E}">
        <p15:presenceInfo xmlns:p15="http://schemas.microsoft.com/office/powerpoint/2012/main" userId="S-1-5-21-916696058-2672773846-924747076-99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0F9AE-24CF-47E2-ADBF-4AE93D6AC2FF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AEA2E-9D16-4473-8850-B41275D8A3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557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AEA2E-9D16-4473-8850-B41275D8A3A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08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68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0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89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2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93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3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8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9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9/docs/api/java/util/Scanner.html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Handling User Inputs</a:t>
            </a:r>
          </a:p>
        </p:txBody>
      </p:sp>
    </p:spTree>
    <p:extLst>
      <p:ext uri="{BB962C8B-B14F-4D97-AF65-F5344CB8AC3E}">
        <p14:creationId xmlns:p14="http://schemas.microsoft.com/office/powerpoint/2010/main" val="71718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Handling User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As our programs become more complex, we will need to allow users of our programs to input data. User input can be read into our program in several ways: </a:t>
            </a:r>
            <a:r>
              <a:rPr lang="en-CA" i="1" baseline="30000" dirty="0"/>
              <a:t>1</a:t>
            </a:r>
          </a:p>
          <a:p>
            <a:pPr lvl="1"/>
            <a:r>
              <a:rPr lang="en-CA" i="1" u="sng" dirty="0"/>
              <a:t>from the keyboard</a:t>
            </a:r>
          </a:p>
          <a:p>
            <a:pPr lvl="1"/>
            <a:r>
              <a:rPr lang="en-CA" i="1" dirty="0"/>
              <a:t>from a file</a:t>
            </a:r>
          </a:p>
          <a:p>
            <a:pPr lvl="1"/>
            <a:r>
              <a:rPr lang="en-CA" i="1" dirty="0"/>
              <a:t>through a </a:t>
            </a:r>
            <a:r>
              <a:rPr lang="en-CA" b="1" i="1" u="sng" dirty="0"/>
              <a:t>G</a:t>
            </a:r>
            <a:r>
              <a:rPr lang="en-CA" i="1" dirty="0"/>
              <a:t>raphical </a:t>
            </a:r>
            <a:r>
              <a:rPr lang="en-CA" b="1" i="1" u="sng" dirty="0"/>
              <a:t>U</a:t>
            </a:r>
            <a:r>
              <a:rPr lang="en-CA" i="1" dirty="0"/>
              <a:t>ser </a:t>
            </a:r>
            <a:r>
              <a:rPr lang="en-CA" b="1" i="1" u="sng" dirty="0"/>
              <a:t>I</a:t>
            </a:r>
            <a:r>
              <a:rPr lang="en-CA" i="1" dirty="0"/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6278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Java Class Library provides classes for all types of data input.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The </a:t>
            </a:r>
            <a:r>
              <a:rPr lang="en-CA" i="1" u="sng" dirty="0"/>
              <a:t>Scanner</a:t>
            </a:r>
            <a:r>
              <a:rPr lang="en-CA" i="1" dirty="0"/>
              <a:t> class provides methods for reading </a:t>
            </a:r>
            <a:r>
              <a:rPr lang="en-CA" b="1" i="1" dirty="0"/>
              <a:t>byte</a:t>
            </a:r>
            <a:r>
              <a:rPr lang="en-CA" i="1" dirty="0"/>
              <a:t>, </a:t>
            </a:r>
            <a:r>
              <a:rPr lang="en-CA" b="1" i="1" dirty="0"/>
              <a:t>short</a:t>
            </a:r>
            <a:r>
              <a:rPr lang="en-CA" i="1" dirty="0"/>
              <a:t>, </a:t>
            </a:r>
            <a:r>
              <a:rPr lang="en-CA" b="1" i="1" dirty="0" err="1"/>
              <a:t>int</a:t>
            </a:r>
            <a:r>
              <a:rPr lang="en-CA" i="1" dirty="0"/>
              <a:t>, </a:t>
            </a:r>
            <a:r>
              <a:rPr lang="en-CA" b="1" i="1" dirty="0"/>
              <a:t>long</a:t>
            </a:r>
            <a:r>
              <a:rPr lang="en-CA" i="1" dirty="0"/>
              <a:t> </a:t>
            </a:r>
            <a:r>
              <a:rPr lang="en-CA" b="1" i="1" dirty="0"/>
              <a:t>float</a:t>
            </a:r>
            <a:r>
              <a:rPr lang="en-CA" i="1" dirty="0"/>
              <a:t>, </a:t>
            </a:r>
            <a:r>
              <a:rPr lang="en-CA" b="1" i="1" dirty="0"/>
              <a:t>double</a:t>
            </a:r>
            <a:r>
              <a:rPr lang="en-CA" i="1" dirty="0"/>
              <a:t>, </a:t>
            </a:r>
            <a:r>
              <a:rPr lang="en-CA" b="1" i="1" dirty="0"/>
              <a:t>Boolean</a:t>
            </a:r>
            <a:r>
              <a:rPr lang="en-CA" i="1" dirty="0"/>
              <a:t>, and </a:t>
            </a:r>
            <a:r>
              <a:rPr lang="en-CA" b="1" i="1" dirty="0"/>
              <a:t>String</a:t>
            </a:r>
            <a:r>
              <a:rPr lang="en-CA" i="1" dirty="0"/>
              <a:t> data types from the keyboard. </a:t>
            </a:r>
            <a:r>
              <a:rPr lang="en-CA" i="1" baseline="30000" dirty="0"/>
              <a:t>1</a:t>
            </a:r>
            <a:endParaRPr lang="en-CA" i="1" dirty="0"/>
          </a:p>
          <a:p>
            <a:r>
              <a:rPr lang="en-CA" i="1" dirty="0"/>
              <a:t>The </a:t>
            </a:r>
            <a:r>
              <a:rPr lang="en-CA" i="1" u="sng" dirty="0"/>
              <a:t>Scanner</a:t>
            </a:r>
            <a:r>
              <a:rPr lang="en-CA" i="1" dirty="0"/>
              <a:t> class is defined in the “</a:t>
            </a:r>
            <a:r>
              <a:rPr lang="en-CA" i="1" dirty="0" err="1"/>
              <a:t>java.util</a:t>
            </a:r>
            <a:r>
              <a:rPr lang="en-CA" i="1" dirty="0"/>
              <a:t>” package, so we need to include the following </a:t>
            </a:r>
            <a:r>
              <a:rPr lang="en-CA" i="1" u="sng" dirty="0"/>
              <a:t>import</a:t>
            </a:r>
            <a:r>
              <a:rPr lang="en-CA" i="1" dirty="0"/>
              <a:t> statement: </a:t>
            </a:r>
            <a:r>
              <a:rPr lang="en-CA" i="1" baseline="30000" dirty="0"/>
              <a:t>1</a:t>
            </a:r>
            <a:endParaRPr lang="en-CA" i="1" dirty="0"/>
          </a:p>
          <a:p>
            <a:pPr marL="457200" lvl="1" indent="0">
              <a:buNone/>
            </a:pPr>
            <a:r>
              <a:rPr lang="en-CA" i="1" dirty="0"/>
              <a:t>import </a:t>
            </a:r>
            <a:r>
              <a:rPr lang="en-CA" i="1" dirty="0" err="1"/>
              <a:t>java.util.Scanner</a:t>
            </a:r>
            <a:r>
              <a:rPr lang="en-CA" i="1" dirty="0"/>
              <a:t>;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25295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order to use the Scanner class, we must first instantiate a Scanner object and associate it with a data source.</a:t>
            </a:r>
          </a:p>
          <a:p>
            <a:pPr lvl="1"/>
            <a:r>
              <a:rPr lang="en-CA" dirty="0"/>
              <a:t>We will use the System.in input stream, which by default is tied to the keyboard</a:t>
            </a:r>
          </a:p>
          <a:p>
            <a:pPr marL="457200" lvl="1" indent="0">
              <a:buNone/>
            </a:pPr>
            <a:r>
              <a:rPr lang="en-CA" dirty="0"/>
              <a:t>Scanner scan = new Scanner( System.in );</a:t>
            </a:r>
          </a:p>
        </p:txBody>
      </p:sp>
    </p:spTree>
    <p:extLst>
      <p:ext uri="{BB962C8B-B14F-4D97-AF65-F5344CB8AC3E}">
        <p14:creationId xmlns:p14="http://schemas.microsoft.com/office/powerpoint/2010/main" val="9901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Once the Scanner object has been instantiated, we can use any of the next… methods to input data from the keyboard. </a:t>
            </a:r>
            <a:r>
              <a:rPr lang="en-CA" baseline="30000" dirty="0"/>
              <a:t>1</a:t>
            </a:r>
          </a:p>
          <a:p>
            <a:r>
              <a:rPr lang="en-CA" dirty="0"/>
              <a:t>The specific next… method we call depends on the type of input we want from the user. </a:t>
            </a:r>
            <a:r>
              <a:rPr lang="en-CA" baseline="30000" dirty="0"/>
              <a:t>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896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971612"/>
              </p:ext>
            </p:extLst>
          </p:nvPr>
        </p:nvGraphicFramePr>
        <p:xfrm>
          <a:off x="838200" y="1825625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672">
                  <a:extLst>
                    <a:ext uri="{9D8B030D-6E8A-4147-A177-3AD203B41FA5}">
                      <a16:colId xmlns:a16="http://schemas.microsoft.com/office/drawing/2014/main" val="30118251"/>
                    </a:ext>
                  </a:extLst>
                </a:gridCol>
                <a:gridCol w="7805928">
                  <a:extLst>
                    <a:ext uri="{9D8B030D-6E8A-4147-A177-3AD203B41FA5}">
                      <a16:colId xmlns:a16="http://schemas.microsoft.com/office/drawing/2014/main" val="3207436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Method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327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nextBoolean()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boolean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05488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nextByte()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byte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189442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nextDouble()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double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41832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nextFloat()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float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9199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nextInt()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int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9033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nextLine()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String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163477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nextLong()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Reads a long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00774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nextShort()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Reads a short value from the user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6994781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11712" y="1901952"/>
            <a:ext cx="109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1495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</a:t>
            </a:r>
            <a:r>
              <a:rPr lang="en-CA" baseline="30000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1825625"/>
            <a:ext cx="10954512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   Scanner scan = new Scanner(System.in);  // Create a Scanner object</a:t>
            </a:r>
            <a:br>
              <a:rPr lang="en-CA" dirty="0"/>
            </a:br>
            <a:r>
              <a:rPr lang="en-CA" dirty="0"/>
              <a:t>    </a:t>
            </a:r>
            <a:r>
              <a:rPr lang="en-CA" dirty="0" err="1"/>
              <a:t>System.out.println</a:t>
            </a:r>
            <a:r>
              <a:rPr lang="en-CA" dirty="0"/>
              <a:t>("Enter username");</a:t>
            </a:r>
            <a:br>
              <a:rPr lang="en-CA" dirty="0"/>
            </a:br>
            <a:br>
              <a:rPr lang="en-CA" dirty="0"/>
            </a:br>
            <a:r>
              <a:rPr lang="en-CA" dirty="0"/>
              <a:t>    String </a:t>
            </a:r>
            <a:r>
              <a:rPr lang="en-CA" dirty="0" err="1"/>
              <a:t>userName</a:t>
            </a:r>
            <a:r>
              <a:rPr lang="en-CA" dirty="0"/>
              <a:t> = </a:t>
            </a:r>
            <a:r>
              <a:rPr lang="en-CA" dirty="0" err="1"/>
              <a:t>scan.nextLine</a:t>
            </a:r>
            <a:r>
              <a:rPr lang="en-CA" dirty="0"/>
              <a:t>();  // Read user input</a:t>
            </a:r>
            <a:br>
              <a:rPr lang="en-CA" dirty="0"/>
            </a:br>
            <a:r>
              <a:rPr lang="en-CA" dirty="0"/>
              <a:t>    </a:t>
            </a:r>
            <a:r>
              <a:rPr lang="en-CA" dirty="0" err="1"/>
              <a:t>System.out.println</a:t>
            </a:r>
            <a:r>
              <a:rPr lang="en-CA" dirty="0"/>
              <a:t>("Username is: " + </a:t>
            </a:r>
            <a:r>
              <a:rPr lang="en-CA" dirty="0" err="1"/>
              <a:t>userName</a:t>
            </a:r>
            <a:r>
              <a:rPr lang="en-CA" dirty="0"/>
              <a:t>);  // Output user input </a:t>
            </a: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8941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2"/>
              </a:rPr>
              <a:t>w3schools.com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3"/>
              </a:rPr>
              <a:t>Oracle Docs (Scanner)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34628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1837</TotalTime>
  <Words>382</Words>
  <Application>Microsoft Office PowerPoint</Application>
  <PresentationFormat>Widescreen</PresentationFormat>
  <Paragraphs>42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Vanier</vt:lpstr>
      <vt:lpstr>Programming 1</vt:lpstr>
      <vt:lpstr>Handling User Inputs</vt:lpstr>
      <vt:lpstr>PowerPoint Presentation</vt:lpstr>
      <vt:lpstr>PowerPoint Presentation</vt:lpstr>
      <vt:lpstr>PowerPoint Presentation</vt:lpstr>
      <vt:lpstr>PowerPoint Presentation</vt:lpstr>
      <vt:lpstr>Example 2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Ronald Raphael</cp:lastModifiedBy>
  <cp:revision>108</cp:revision>
  <dcterms:created xsi:type="dcterms:W3CDTF">2019-06-13T17:37:23Z</dcterms:created>
  <dcterms:modified xsi:type="dcterms:W3CDTF">2024-08-31T16:30:45Z</dcterms:modified>
</cp:coreProperties>
</file>