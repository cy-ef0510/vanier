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70" r:id="rId4"/>
    <p:sldId id="268" r:id="rId5"/>
    <p:sldId id="263" r:id="rId6"/>
    <p:sldId id="271" r:id="rId7"/>
    <p:sldId id="272" r:id="rId8"/>
    <p:sldId id="257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911F30E-F811-4B0A-A50C-B072DD303825}">
          <p14:sldIdLst>
            <p14:sldId id="256"/>
          </p14:sldIdLst>
        </p14:section>
        <p14:section name="Control Flow Statements" id="{6D4DEE52-8850-4AE3-8DC7-54D10AC5AA0B}">
          <p14:sldIdLst>
            <p14:sldId id="267"/>
            <p14:sldId id="270"/>
            <p14:sldId id="268"/>
            <p14:sldId id="263"/>
            <p14:sldId id="271"/>
            <p14:sldId id="272"/>
          </p14:sldIdLst>
        </p14:section>
        <p14:section name="References" id="{7A1B7B76-CE42-4F61-AF47-D87823311B72}">
          <p14:sldIdLst>
            <p14:sldId id="25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ald Raphael" initials="RR" lastIdx="1" clrIdx="0">
    <p:extLst>
      <p:ext uri="{19B8F6BF-5375-455C-9EA6-DF929625EA0E}">
        <p15:presenceInfo xmlns:p15="http://schemas.microsoft.com/office/powerpoint/2012/main" userId="S-1-5-21-916696058-2672773846-924747076-99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33383"/>
            <a:ext cx="9144000" cy="207657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34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68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02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6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1147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789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20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0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82811"/>
            <a:ext cx="6172200" cy="43782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93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1049"/>
            <a:ext cx="6172200" cy="43700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43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81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82811"/>
            <a:ext cx="2628900" cy="4694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98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8058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5" y="638608"/>
            <a:ext cx="2333625" cy="7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6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nutsandbolts/op2.html" TargetMode="External"/><Relationship Id="rId7" Type="http://schemas.openxmlformats.org/officeDocument/2006/relationships/hyperlink" Target="https://docs.oracle.com/javase/tutorial/java/nutsandbolts/switch.html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javase/tutorial/java/nutsandbolts/if.html" TargetMode="External"/><Relationship Id="rId5" Type="http://schemas.openxmlformats.org/officeDocument/2006/relationships/hyperlink" Target="https://docs.oracle.com/javase/tutorial/java/nutsandbolts/flow.html" TargetMode="External"/><Relationship Id="rId4" Type="http://schemas.openxmlformats.org/officeDocument/2006/relationships/hyperlink" Target="https://docs.oracle.com/javase/tutorial/java/nutsandbolts/opsummary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nutsandbolts/for.html" TargetMode="External"/><Relationship Id="rId2" Type="http://schemas.openxmlformats.org/officeDocument/2006/relationships/hyperlink" Target="https://docs.oracle.com/javase/tutorial/java/nutsandbolts/whil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tutorial/java/nutsandbolts/branch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71718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while and do-while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while statement continually executes a block of statements while a particular condition is true.</a:t>
            </a:r>
            <a:r>
              <a:rPr lang="en-CA" i="1" baseline="30000" dirty="0"/>
              <a:t> 8</a:t>
            </a:r>
            <a:endParaRPr lang="en-CA" i="1" dirty="0"/>
          </a:p>
          <a:p>
            <a:r>
              <a:rPr lang="en-CA" i="1" dirty="0"/>
              <a:t>Its syntax can be expressed as:</a:t>
            </a:r>
            <a:r>
              <a:rPr lang="en-CA" i="1" baseline="30000" dirty="0"/>
              <a:t> 8</a:t>
            </a:r>
            <a:endParaRPr lang="en-CA" i="1" dirty="0"/>
          </a:p>
          <a:p>
            <a:pPr marL="0" indent="0">
              <a:spcBef>
                <a:spcPts val="0"/>
              </a:spcBef>
              <a:buNone/>
            </a:pPr>
            <a:r>
              <a:rPr lang="en-CA" sz="2200" i="1" dirty="0"/>
              <a:t>	while (expression)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200" i="1" dirty="0"/>
              <a:t>	     statement(s)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200" i="1" dirty="0"/>
              <a:t>	}</a:t>
            </a:r>
          </a:p>
          <a:p>
            <a:pPr>
              <a:spcBef>
                <a:spcPts val="0"/>
              </a:spcBef>
            </a:pPr>
            <a:r>
              <a:rPr lang="en-CA" i="1" dirty="0"/>
              <a:t>The while statement evaluates </a:t>
            </a:r>
            <a:r>
              <a:rPr lang="en-CA" i="1" u="sng" dirty="0"/>
              <a:t>expression</a:t>
            </a:r>
            <a:r>
              <a:rPr lang="en-CA" i="1" dirty="0"/>
              <a:t>, which must return a </a:t>
            </a:r>
            <a:r>
              <a:rPr lang="en-CA" i="1" dirty="0" err="1"/>
              <a:t>boolean</a:t>
            </a:r>
            <a:r>
              <a:rPr lang="en-CA" i="1" dirty="0"/>
              <a:t> value. If the expression evaluates to true, the while statement executes the statement(s) in the while block. </a:t>
            </a:r>
            <a:r>
              <a:rPr lang="en-CA" i="1" baseline="30000" dirty="0"/>
              <a:t>8</a:t>
            </a:r>
            <a:endParaRPr lang="en-CA" i="1" dirty="0"/>
          </a:p>
          <a:p>
            <a:pPr>
              <a:spcBef>
                <a:spcPts val="0"/>
              </a:spcBef>
            </a:pPr>
            <a:r>
              <a:rPr lang="en-CA" i="1" dirty="0"/>
              <a:t>The while statement continues testing the expression and executing its block until the expression evaluates to false.</a:t>
            </a:r>
            <a:r>
              <a:rPr lang="en-CA" i="1" baseline="30000" dirty="0"/>
              <a:t> 8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9902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while and do-while Statements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Java programming language also provides a do-while statement, which can be expressed as follows:</a:t>
            </a:r>
            <a:r>
              <a:rPr lang="en-CA" i="1" baseline="30000" dirty="0"/>
              <a:t> 8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CA" i="1" dirty="0"/>
              <a:t>do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CA" i="1" dirty="0"/>
              <a:t>	statement(s)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CA" i="1" dirty="0"/>
              <a:t>} while (expression);</a:t>
            </a:r>
          </a:p>
          <a:p>
            <a:pPr>
              <a:spcBef>
                <a:spcPts val="600"/>
              </a:spcBef>
            </a:pPr>
            <a:r>
              <a:rPr lang="en-CA" i="1" dirty="0"/>
              <a:t>The difference between do-while and while is that do-while evaluates its expression at the bottom of the loop instead of the top. </a:t>
            </a:r>
            <a:r>
              <a:rPr lang="en-CA" i="1" baseline="30000" dirty="0"/>
              <a:t>8</a:t>
            </a:r>
            <a:endParaRPr lang="en-CA" i="1" dirty="0"/>
          </a:p>
          <a:p>
            <a:pPr lvl="1">
              <a:spcBef>
                <a:spcPts val="600"/>
              </a:spcBef>
            </a:pPr>
            <a:r>
              <a:rPr lang="en-CA" i="1" dirty="0"/>
              <a:t>Therefore, the statements within the do block are always executed at least once</a:t>
            </a:r>
          </a:p>
        </p:txBody>
      </p:sp>
    </p:spTree>
    <p:extLst>
      <p:ext uri="{BB962C8B-B14F-4D97-AF65-F5344CB8AC3E}">
        <p14:creationId xmlns:p14="http://schemas.microsoft.com/office/powerpoint/2010/main" val="124863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for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000"/>
              </a:spcAft>
            </a:pPr>
            <a:r>
              <a:rPr lang="en-CA" i="1" dirty="0"/>
              <a:t>The for statement provides a compact way to iterate over a range of values. Programmers often refer to it as the "for loop" because of the way in which it repeatedly loops until a particular condition is satisfied. The general form of the for statement can be expressed as follows:</a:t>
            </a:r>
            <a:r>
              <a:rPr lang="en-CA" i="1" baseline="30000" dirty="0"/>
              <a:t> 9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CA" i="1" dirty="0"/>
              <a:t>for (initialization; termination; increment)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CA" i="1" dirty="0"/>
              <a:t>    statement(s)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CA" i="1" dirty="0"/>
              <a:t>}</a:t>
            </a:r>
          </a:p>
          <a:p>
            <a:r>
              <a:rPr lang="en-CA" i="1" dirty="0"/>
              <a:t>When using this version of the for statement, keep in mind that:</a:t>
            </a:r>
            <a:r>
              <a:rPr lang="en-CA" i="1" baseline="30000" dirty="0"/>
              <a:t> 9</a:t>
            </a:r>
            <a:endParaRPr lang="en-CA" i="1" dirty="0"/>
          </a:p>
          <a:p>
            <a:pPr lvl="1"/>
            <a:r>
              <a:rPr lang="en-CA" i="1" dirty="0"/>
              <a:t>The initialization expression initializes the loop; it's executed once, as the loop begins.</a:t>
            </a:r>
          </a:p>
          <a:p>
            <a:pPr lvl="1"/>
            <a:r>
              <a:rPr lang="en-CA" i="1" dirty="0"/>
              <a:t>When the termination expression evaluates to false, the loop terminates.</a:t>
            </a:r>
          </a:p>
          <a:p>
            <a:pPr lvl="1"/>
            <a:r>
              <a:rPr lang="en-CA" i="1" dirty="0"/>
              <a:t>The increment expression is invoked after each iteration through the loop; it is perfectly acceptable for this expression to increment or decrement a value.</a:t>
            </a:r>
          </a:p>
        </p:txBody>
      </p:sp>
    </p:spTree>
    <p:extLst>
      <p:ext uri="{BB962C8B-B14F-4D97-AF65-F5344CB8AC3E}">
        <p14:creationId xmlns:p14="http://schemas.microsoft.com/office/powerpoint/2010/main" val="329382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Branching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</a:t>
            </a:r>
            <a:r>
              <a:rPr lang="en-CA" b="1" i="1" dirty="0"/>
              <a:t>break</a:t>
            </a:r>
            <a:r>
              <a:rPr lang="en-CA" i="1" dirty="0"/>
              <a:t> statement has two forms: labeled and unlabeled. </a:t>
            </a:r>
            <a:r>
              <a:rPr lang="en-CA" i="1" baseline="30000" dirty="0"/>
              <a:t>10</a:t>
            </a:r>
          </a:p>
          <a:p>
            <a:r>
              <a:rPr lang="en-CA" i="1" dirty="0"/>
              <a:t>You saw the unlabeled form in the previous discussion of the switch statement. You can also use an unlabeled </a:t>
            </a:r>
            <a:r>
              <a:rPr lang="en-CA" b="1" i="1" dirty="0"/>
              <a:t>break</a:t>
            </a:r>
            <a:r>
              <a:rPr lang="en-CA" i="1" dirty="0"/>
              <a:t> to terminate a for, while, or do-while loop. </a:t>
            </a:r>
            <a:r>
              <a:rPr lang="en-CA" i="1" baseline="30000" dirty="0"/>
              <a:t>10</a:t>
            </a:r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48591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Branching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continue statement skips the current iteration of a for, while , or do-while loop. </a:t>
            </a:r>
            <a:r>
              <a:rPr lang="en-CA" i="1" baseline="30000" dirty="0"/>
              <a:t>10</a:t>
            </a:r>
          </a:p>
          <a:p>
            <a:r>
              <a:rPr lang="en-CA" i="1" dirty="0"/>
              <a:t>The unlabeled form skips to the end of the innermost loop's body and evaluates the </a:t>
            </a:r>
            <a:r>
              <a:rPr lang="en-CA" i="1" dirty="0" err="1"/>
              <a:t>boolean</a:t>
            </a:r>
            <a:r>
              <a:rPr lang="en-CA" i="1" dirty="0"/>
              <a:t> expression that controls the loop. </a:t>
            </a:r>
            <a:r>
              <a:rPr lang="en-CA" i="1" baseline="30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15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Branching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last of the branching statements is the </a:t>
            </a:r>
            <a:r>
              <a:rPr lang="en-CA" b="1" dirty="0"/>
              <a:t>return</a:t>
            </a:r>
            <a:r>
              <a:rPr lang="en-CA" dirty="0"/>
              <a:t> statement. The </a:t>
            </a:r>
            <a:r>
              <a:rPr lang="en-CA" b="1" dirty="0"/>
              <a:t>return</a:t>
            </a:r>
            <a:r>
              <a:rPr lang="en-CA" dirty="0"/>
              <a:t> statement exits from the current method, and control flow returns to where the method was invoked. </a:t>
            </a:r>
            <a:r>
              <a:rPr lang="en-CA" baseline="30000" dirty="0"/>
              <a:t>11</a:t>
            </a:r>
          </a:p>
          <a:p>
            <a:r>
              <a:rPr lang="en-CA" dirty="0"/>
              <a:t>The </a:t>
            </a:r>
            <a:r>
              <a:rPr lang="en-CA" b="1" dirty="0"/>
              <a:t>return</a:t>
            </a:r>
            <a:r>
              <a:rPr lang="en-CA" dirty="0"/>
              <a:t> statement has two forms: one that returns a value, and one that doesn't. To return a value, simply put the value (or an expression that calculates the value) after the </a:t>
            </a:r>
            <a:r>
              <a:rPr lang="en-CA" b="1" dirty="0"/>
              <a:t>return</a:t>
            </a:r>
            <a:r>
              <a:rPr lang="en-CA" dirty="0"/>
              <a:t> keyword.</a:t>
            </a:r>
            <a:r>
              <a:rPr lang="en-CA" baseline="30000" dirty="0"/>
              <a:t> 11</a:t>
            </a:r>
          </a:p>
          <a:p>
            <a:pPr lvl="1"/>
            <a:r>
              <a:rPr lang="en-CA" dirty="0"/>
              <a:t>The data type of the returned value must match the type of the method's declared return value. </a:t>
            </a:r>
          </a:p>
          <a:p>
            <a:pPr lvl="1"/>
            <a:r>
              <a:rPr lang="en-CA" dirty="0"/>
              <a:t>When a method is declared void, use the form of return that doesn't return a value. </a:t>
            </a:r>
          </a:p>
        </p:txBody>
      </p:sp>
    </p:spTree>
    <p:extLst>
      <p:ext uri="{BB962C8B-B14F-4D97-AF65-F5344CB8AC3E}">
        <p14:creationId xmlns:p14="http://schemas.microsoft.com/office/powerpoint/2010/main" val="373627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Java Illuminated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2"/>
              </a:rPr>
              <a:t>w3schools.com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3"/>
              </a:rPr>
              <a:t>Oracle Docs (Equality, Relational, and Conditional Operators)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4"/>
              </a:rPr>
              <a:t>Oracle Docs (Summary of Operators)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5"/>
              </a:rPr>
              <a:t>Oracle Docs (Control Flow Statements)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6"/>
              </a:rPr>
              <a:t>Oracle Docs (The if-then and if-then-else Statements)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7"/>
              </a:rPr>
              <a:t>Oracle Docs (The switch Statement)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346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CA" dirty="0">
                <a:hlinkClick r:id="rId2"/>
              </a:rPr>
              <a:t>Oracle Docs (The while and do-while Statements)</a:t>
            </a:r>
            <a:endParaRPr lang="en-CA" dirty="0"/>
          </a:p>
          <a:p>
            <a:pPr marL="514350" indent="-514350">
              <a:buFont typeface="+mj-lt"/>
              <a:buAutoNum type="arabicPeriod" startAt="8"/>
            </a:pPr>
            <a:r>
              <a:rPr lang="en-CA" dirty="0">
                <a:hlinkClick r:id="rId3"/>
              </a:rPr>
              <a:t>Oracle Docs (The for Statement)</a:t>
            </a:r>
            <a:endParaRPr lang="en-CA" dirty="0"/>
          </a:p>
          <a:p>
            <a:pPr marL="514350" indent="-514350">
              <a:buFont typeface="+mj-lt"/>
              <a:buAutoNum type="arabicPeriod" startAt="8"/>
            </a:pPr>
            <a:r>
              <a:rPr lang="en-CA" dirty="0">
                <a:hlinkClick r:id="rId4"/>
              </a:rPr>
              <a:t>Oracle Docs (Branching Statements)</a:t>
            </a:r>
            <a:endParaRPr lang="en-CA" dirty="0"/>
          </a:p>
          <a:p>
            <a:pPr marL="514350" indent="-514350">
              <a:buFont typeface="+mj-lt"/>
              <a:buAutoNum type="arabicPeriod" startAt="8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5746282"/>
      </p:ext>
    </p:extLst>
  </p:cSld>
  <p:clrMapOvr>
    <a:masterClrMapping/>
  </p:clrMapOvr>
</p:sld>
</file>

<file path=ppt/theme/theme1.xml><?xml version="1.0" encoding="utf-8"?>
<a:theme xmlns:a="http://schemas.openxmlformats.org/drawingml/2006/main" name="Vani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er" id="{9243BF55-9D1D-468A-9E61-7654222D46AF}" vid="{0BB589B0-ADB4-4621-B913-29A945F93B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Vanier</Template>
  <TotalTime>216</TotalTime>
  <Words>591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Vanier</vt:lpstr>
      <vt:lpstr>Programming 1</vt:lpstr>
      <vt:lpstr>The while and do-while Statements</vt:lpstr>
      <vt:lpstr>The while and do-while Statements (cont’d)</vt:lpstr>
      <vt:lpstr>The for Statement</vt:lpstr>
      <vt:lpstr>Branching Statements</vt:lpstr>
      <vt:lpstr>Branching Statements</vt:lpstr>
      <vt:lpstr>Branching Statements</vt:lpstr>
      <vt:lpstr>References</vt:lpstr>
      <vt:lpstr>PowerPoint Presentation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Raphael</dc:creator>
  <cp:lastModifiedBy>Nneamaka Chrysa Adirika</cp:lastModifiedBy>
  <cp:revision>144</cp:revision>
  <dcterms:created xsi:type="dcterms:W3CDTF">2019-06-13T17:37:23Z</dcterms:created>
  <dcterms:modified xsi:type="dcterms:W3CDTF">2024-09-07T23:22:43Z</dcterms:modified>
</cp:coreProperties>
</file>