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59" r:id="rId5"/>
    <p:sldId id="260" r:id="rId6"/>
    <p:sldId id="261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911F30E-F811-4B0A-A50C-B072DD303825}">
          <p14:sldIdLst>
            <p14:sldId id="256"/>
          </p14:sldIdLst>
        </p14:section>
        <p14:section name="Defining Methods" id="{390D2D94-9E18-4058-B39D-F15F073EE03D}">
          <p14:sldIdLst>
            <p14:sldId id="258"/>
            <p14:sldId id="262"/>
            <p14:sldId id="259"/>
            <p14:sldId id="260"/>
          </p14:sldIdLst>
        </p14:section>
        <p14:section name="Writing Accessor Methods" id="{2865078C-3981-423E-B577-BC29631458E5}">
          <p14:sldIdLst>
            <p14:sldId id="261"/>
          </p14:sldIdLst>
        </p14:section>
        <p14:section name="Writing Mutator Methods" id="{9B108846-6C1A-497C-A068-647ECC442480}">
          <p14:sldIdLst>
            <p14:sldId id="263"/>
          </p14:sldIdLst>
        </p14:section>
        <p14:section name="References" id="{7A1B7B76-CE42-4F61-AF47-D87823311B7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ald Raphael" initials="RR" lastIdx="1" clrIdx="0">
    <p:extLst>
      <p:ext uri="{19B8F6BF-5375-455C-9EA6-DF929625EA0E}">
        <p15:presenceInfo xmlns:p15="http://schemas.microsoft.com/office/powerpoint/2012/main" userId="S-1-5-21-916696058-2672773846-924747076-99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33383"/>
            <a:ext cx="9144000" cy="207657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68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02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1147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89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2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0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2811"/>
            <a:ext cx="6172200" cy="43782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93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1049"/>
            <a:ext cx="6172200" cy="4370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43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8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82811"/>
            <a:ext cx="2628900" cy="4694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98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058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5DA88-BE35-46EA-8123-B1EAF6CED2DD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5" y="638608"/>
            <a:ext cx="2333625" cy="7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6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javaOO/methods.html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User Functions </a:t>
            </a:r>
            <a:r>
              <a:rPr lang="en-CA"/>
              <a:t>and Methods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718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CA" i="1" dirty="0"/>
              <a:t>The only required elements of a method declaration are the method's return type, name, a pair of parentheses, (), and a body between braces, {}.</a:t>
            </a:r>
            <a:r>
              <a:rPr lang="en-CA" i="1" baseline="30000" dirty="0"/>
              <a:t> 3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62784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3896"/>
            <a:ext cx="10515600" cy="5212080"/>
          </a:xfrm>
        </p:spPr>
        <p:txBody>
          <a:bodyPr>
            <a:noAutofit/>
          </a:bodyPr>
          <a:lstStyle/>
          <a:p>
            <a:r>
              <a:rPr lang="en-CA" i="1" dirty="0"/>
              <a:t>More generally, method declarations have six components, in order: </a:t>
            </a:r>
            <a:r>
              <a:rPr lang="en-CA" i="1" baseline="30000" dirty="0"/>
              <a:t>3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 i="1" dirty="0"/>
              <a:t>Modifiers</a:t>
            </a:r>
            <a:r>
              <a:rPr lang="en-CA" i="1" dirty="0"/>
              <a:t>—such as public, private, and others.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 i="1" dirty="0"/>
              <a:t>The return type—</a:t>
            </a:r>
            <a:r>
              <a:rPr lang="en-CA" i="1" dirty="0"/>
              <a:t>the data type of the value returned by the method, or void if the method does not return a value.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 i="1" dirty="0"/>
              <a:t>The method name</a:t>
            </a:r>
            <a:r>
              <a:rPr lang="en-CA" i="1" dirty="0"/>
              <a:t>—the rules for field names apply to method names as well, but the convention is a little different.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 i="1" dirty="0"/>
              <a:t>The parameter list in parenthesis</a:t>
            </a:r>
            <a:r>
              <a:rPr lang="en-CA" i="1" dirty="0"/>
              <a:t>—a</a:t>
            </a:r>
            <a:r>
              <a:rPr lang="en-CA" b="1" i="1" dirty="0"/>
              <a:t> </a:t>
            </a:r>
            <a:r>
              <a:rPr lang="en-CA" i="1" dirty="0"/>
              <a:t>comma-delimited list of input parameters, preceded by their data types, enclosed by parentheses, (). If there are no parameters, you must use empty parentheses.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i="1" strike="sngStrike" dirty="0"/>
              <a:t>An exception list—to be discussed later.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 b="1" i="1" dirty="0"/>
              <a:t>The method body</a:t>
            </a:r>
            <a:r>
              <a:rPr lang="en-CA" i="1" dirty="0"/>
              <a:t>, enclosed between braces—the method's code, including the declaration of local variables, goes here.</a:t>
            </a:r>
          </a:p>
          <a:p>
            <a:pPr marL="457200" lvl="1" indent="0" algn="r">
              <a:buNone/>
            </a:pPr>
            <a:r>
              <a:rPr lang="en-CA" b="1" i="1" dirty="0"/>
              <a:t>Definition:</a:t>
            </a:r>
            <a:r>
              <a:rPr lang="en-CA" i="1" dirty="0"/>
              <a:t> Two of the components of a method declaration comprise the </a:t>
            </a:r>
            <a:r>
              <a:rPr lang="en-CA" b="1" i="1" dirty="0"/>
              <a:t>method signature</a:t>
            </a:r>
            <a:r>
              <a:rPr lang="en-CA" i="1" dirty="0"/>
              <a:t>—the </a:t>
            </a:r>
            <a:r>
              <a:rPr lang="en-CA" i="1" u="sng" dirty="0"/>
              <a:t>method's name </a:t>
            </a:r>
            <a:r>
              <a:rPr lang="en-CA" i="1" dirty="0"/>
              <a:t>and the </a:t>
            </a:r>
            <a:r>
              <a:rPr lang="en-CA" i="1" u="sng" dirty="0"/>
              <a:t>parameter types</a:t>
            </a:r>
            <a:r>
              <a:rPr lang="en-CA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45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Naming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Although a method name can be any legal identifier, code conventions restrict method names. </a:t>
            </a:r>
            <a:r>
              <a:rPr lang="en-CA" i="1" baseline="30000" dirty="0"/>
              <a:t>3</a:t>
            </a:r>
            <a:endParaRPr lang="en-CA" dirty="0"/>
          </a:p>
          <a:p>
            <a:pPr lvl="1"/>
            <a:r>
              <a:rPr lang="en-CA" dirty="0"/>
              <a:t>By convention, method names should be a verb in lowercase or a multi-word name that begins with a verb in lowercase, followed by adjectives, nouns, etc. In multi-word names, the first letter of each of the second and following words should be capitalized. </a:t>
            </a:r>
          </a:p>
          <a:p>
            <a:pPr lvl="1"/>
            <a:r>
              <a:rPr lang="en-CA" dirty="0"/>
              <a:t>Here are some examples:</a:t>
            </a:r>
          </a:p>
          <a:p>
            <a:pPr lvl="2"/>
            <a:r>
              <a:rPr lang="en-CA" dirty="0"/>
              <a:t>run</a:t>
            </a:r>
          </a:p>
          <a:p>
            <a:pPr lvl="2"/>
            <a:r>
              <a:rPr lang="en-CA" dirty="0" err="1"/>
              <a:t>runFast</a:t>
            </a:r>
            <a:endParaRPr lang="en-CA" dirty="0"/>
          </a:p>
          <a:p>
            <a:pPr lvl="2"/>
            <a:r>
              <a:rPr lang="en-CA" dirty="0" err="1"/>
              <a:t>getBackground</a:t>
            </a:r>
            <a:endParaRPr lang="en-CA" dirty="0"/>
          </a:p>
          <a:p>
            <a:pPr lvl="2"/>
            <a:r>
              <a:rPr lang="en-CA" dirty="0" err="1"/>
              <a:t>getFinalData</a:t>
            </a:r>
            <a:endParaRPr lang="en-CA" dirty="0"/>
          </a:p>
          <a:p>
            <a:pPr lvl="2"/>
            <a:r>
              <a:rPr lang="en-CA" dirty="0" err="1"/>
              <a:t>compareTo</a:t>
            </a:r>
            <a:endParaRPr lang="en-CA" dirty="0"/>
          </a:p>
          <a:p>
            <a:pPr lvl="2"/>
            <a:r>
              <a:rPr lang="en-CA" dirty="0" err="1"/>
              <a:t>setX</a:t>
            </a:r>
            <a:endParaRPr lang="en-CA" dirty="0"/>
          </a:p>
          <a:p>
            <a:pPr lvl="2"/>
            <a:r>
              <a:rPr lang="en-CA" dirty="0" err="1"/>
              <a:t>isEmpty</a:t>
            </a:r>
            <a:endParaRPr lang="en-CA" dirty="0"/>
          </a:p>
          <a:p>
            <a:r>
              <a:rPr lang="en-CA" dirty="0"/>
              <a:t>Typically, a method has a unique name within its class. However, a method might have the same name as other methods due to method overloading.</a:t>
            </a:r>
            <a:r>
              <a:rPr lang="en-CA" i="1" dirty="0"/>
              <a:t> </a:t>
            </a:r>
            <a:r>
              <a:rPr lang="en-CA" i="1" baseline="30000" dirty="0"/>
              <a:t>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728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Overloading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i="1" dirty="0"/>
              <a:t>The Java programming language supports overloading methods, and Java can distinguish between methods with different method signatures. </a:t>
            </a:r>
            <a:r>
              <a:rPr lang="en-CA" i="1" baseline="30000" dirty="0"/>
              <a:t>3</a:t>
            </a:r>
            <a:endParaRPr lang="en-CA" i="1" dirty="0"/>
          </a:p>
          <a:p>
            <a:pPr lvl="1"/>
            <a:r>
              <a:rPr lang="en-CA" i="1" dirty="0"/>
              <a:t>This means that methods within a class can have the same name if they have different parameter lists</a:t>
            </a:r>
          </a:p>
          <a:p>
            <a:r>
              <a:rPr lang="en-CA" i="1" dirty="0"/>
              <a:t>Overloaded methods are differentiated by the number and the type of the arguments passed into the method. </a:t>
            </a:r>
            <a:r>
              <a:rPr lang="en-CA" i="1" baseline="30000" dirty="0"/>
              <a:t>3</a:t>
            </a:r>
          </a:p>
          <a:p>
            <a:pPr lvl="1"/>
            <a:r>
              <a:rPr lang="en-CA" i="1" dirty="0"/>
              <a:t>You cannot declare more than one method with the same name and the same number and type of arguments, because the compiler cannot tell them apart.</a:t>
            </a:r>
          </a:p>
          <a:p>
            <a:pPr lvl="1"/>
            <a:r>
              <a:rPr lang="en-CA" i="1" dirty="0"/>
              <a:t>The compiler does not consider return type when differentiating methods, so you cannot declare two methods with the same signature even if they have a different return type.</a:t>
            </a:r>
          </a:p>
        </p:txBody>
      </p:sp>
    </p:spTree>
    <p:extLst>
      <p:ext uri="{BB962C8B-B14F-4D97-AF65-F5344CB8AC3E}">
        <p14:creationId xmlns:p14="http://schemas.microsoft.com/office/powerpoint/2010/main" val="20764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Writing Accessor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Because clients cannot access </a:t>
            </a:r>
            <a:r>
              <a:rPr lang="en-CA" i="1" u="sng" dirty="0"/>
              <a:t>private</a:t>
            </a:r>
            <a:r>
              <a:rPr lang="en-CA" i="1" dirty="0"/>
              <a:t> instance variables of a class, classes usually provide </a:t>
            </a:r>
            <a:r>
              <a:rPr lang="en-CA" i="1" u="sng" dirty="0"/>
              <a:t>public</a:t>
            </a:r>
            <a:r>
              <a:rPr lang="en-CA" i="1" dirty="0"/>
              <a:t> accessor methods for the instance variables.</a:t>
            </a:r>
            <a:r>
              <a:rPr lang="en-CA" i="1" baseline="30000" dirty="0"/>
              <a:t> 1</a:t>
            </a:r>
          </a:p>
          <a:p>
            <a:r>
              <a:rPr lang="en-CA" i="1" dirty="0"/>
              <a:t>The standard name of the method is get followed by the variable’s name with an initial capital letter.</a:t>
            </a:r>
            <a:r>
              <a:rPr lang="en-CA" i="1" baseline="30000" dirty="0"/>
              <a:t> 1</a:t>
            </a:r>
          </a:p>
          <a:p>
            <a:pPr lvl="1"/>
            <a:r>
              <a:rPr lang="en-CA" i="1" dirty="0"/>
              <a:t>Because the method names usually start with “get”, accessor methods are often called </a:t>
            </a:r>
            <a:r>
              <a:rPr lang="en-CA" b="1" i="1" dirty="0"/>
              <a:t>getters</a:t>
            </a:r>
            <a:r>
              <a:rPr lang="en-CA" i="1" dirty="0"/>
              <a:t>.</a:t>
            </a:r>
          </a:p>
          <a:p>
            <a:r>
              <a:rPr lang="en-CA" i="1" dirty="0"/>
              <a:t>The method takes no argument and simply return the current value of the instance variable.</a:t>
            </a:r>
            <a:r>
              <a:rPr lang="en-CA" i="1" baseline="30000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87433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Writing Mutator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It is customary to provide a public </a:t>
            </a:r>
            <a:r>
              <a:rPr lang="en-CA" b="1" i="1" dirty="0"/>
              <a:t>mutator</a:t>
            </a:r>
            <a:r>
              <a:rPr lang="en-CA" i="1" dirty="0"/>
              <a:t> method for any instance (private) variable that the client will be able to change.</a:t>
            </a:r>
            <a:r>
              <a:rPr lang="en-CA" i="1" baseline="30000" dirty="0"/>
              <a:t> 1</a:t>
            </a:r>
          </a:p>
          <a:p>
            <a:pPr lvl="1"/>
            <a:r>
              <a:rPr lang="en-CA" i="1" dirty="0"/>
              <a:t>Because the method names usually start with “set”, accessor methods are often called </a:t>
            </a:r>
            <a:r>
              <a:rPr lang="en-CA" b="1" i="1" dirty="0"/>
              <a:t>setters</a:t>
            </a:r>
            <a:r>
              <a:rPr lang="en-CA" i="1" dirty="0"/>
              <a:t>.</a:t>
            </a:r>
          </a:p>
          <a:p>
            <a:r>
              <a:rPr lang="en-CA" i="1" dirty="0"/>
              <a:t>We do not return a value, so we declare the return type as </a:t>
            </a:r>
            <a:r>
              <a:rPr lang="en-CA" i="1" u="sng" dirty="0"/>
              <a:t>void</a:t>
            </a:r>
            <a:r>
              <a:rPr lang="en-CA" i="1" dirty="0"/>
              <a:t>. 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The data type of the method’s parameter should match the data type of the instance variable being set. 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The method takes no argument and simply return the current value of the instance variable.</a:t>
            </a:r>
            <a:r>
              <a:rPr lang="en-CA" i="1" baseline="30000" dirty="0"/>
              <a:t> 1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97453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Java Illuminated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2"/>
              </a:rPr>
              <a:t>w3schools.com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3"/>
              </a:rPr>
              <a:t>Oracle Docs (Defining Methods)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34628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er" id="{9243BF55-9D1D-468A-9E61-7654222D46AF}" vid="{0BB589B0-ADB4-4621-B913-29A945F93B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200</TotalTime>
  <Words>625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Vanier</vt:lpstr>
      <vt:lpstr>Programming 1</vt:lpstr>
      <vt:lpstr>Defining Methods</vt:lpstr>
      <vt:lpstr>Defining Methods</vt:lpstr>
      <vt:lpstr>Naming a Method</vt:lpstr>
      <vt:lpstr>Overloading Methods</vt:lpstr>
      <vt:lpstr>Writing Accessor Methods</vt:lpstr>
      <vt:lpstr>Writing Mutator Methods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Raphael</dc:creator>
  <cp:lastModifiedBy>Ronald Raphael</cp:lastModifiedBy>
  <cp:revision>133</cp:revision>
  <dcterms:created xsi:type="dcterms:W3CDTF">2019-06-13T17:37:23Z</dcterms:created>
  <dcterms:modified xsi:type="dcterms:W3CDTF">2024-09-07T23:39:52Z</dcterms:modified>
</cp:coreProperties>
</file>