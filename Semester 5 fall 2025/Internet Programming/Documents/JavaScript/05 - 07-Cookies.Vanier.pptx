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sldIdLst>
    <p:sldId id="256" r:id="rId2"/>
    <p:sldId id="257" r:id="rId3"/>
    <p:sldId id="258" r:id="rId4"/>
    <p:sldId id="259" r:id="rId5"/>
    <p:sldId id="260" r:id="rId6"/>
    <p:sldId id="270" r:id="rId7"/>
    <p:sldId id="271" r:id="rId8"/>
    <p:sldId id="261" r:id="rId9"/>
    <p:sldId id="262" r:id="rId10"/>
    <p:sldId id="263" r:id="rId11"/>
    <p:sldId id="264"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65" r:id="rId25"/>
    <p:sldId id="266" r:id="rId26"/>
    <p:sldId id="267" r:id="rId27"/>
    <p:sldId id="268" r:id="rId28"/>
    <p:sldId id="269"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JavaScript - Working with Cookies" id="{A9D0368D-9DDA-474D-86C6-D0B7AED7E5B9}">
          <p14:sldIdLst>
            <p14:sldId id="256"/>
          </p14:sldIdLst>
        </p14:section>
        <p14:section name="JavaScript Cookies" id="{4B19A544-F3E0-4A0C-A651-25FFF8D5D65B}">
          <p14:sldIdLst>
            <p14:sldId id="257"/>
            <p14:sldId id="258"/>
            <p14:sldId id="259"/>
            <p14:sldId id="260"/>
            <p14:sldId id="270"/>
            <p14:sldId id="271"/>
            <p14:sldId id="261"/>
          </p14:sldIdLst>
        </p14:section>
        <p14:section name="JavaScript cookie attributes" id="{D32C03ED-0A8C-479B-8367-1F8113AE1255}">
          <p14:sldIdLst>
            <p14:sldId id="262"/>
            <p14:sldId id="263"/>
            <p14:sldId id="264"/>
            <p14:sldId id="272"/>
            <p14:sldId id="273"/>
            <p14:sldId id="274"/>
          </p14:sldIdLst>
        </p14:section>
        <p14:section name="Multiple key value pairs" id="{F34D6AFC-AEFF-46F9-892A-17E8D26B8F67}">
          <p14:sldIdLst>
            <p14:sldId id="275"/>
            <p14:sldId id="276"/>
            <p14:sldId id="277"/>
            <p14:sldId id="278"/>
            <p14:sldId id="279"/>
          </p14:sldIdLst>
        </p14:section>
        <p14:section name="Set and get multiple cookies" id="{04CE60CC-F9FC-49F8-943B-04AC4D51583C}">
          <p14:sldIdLst>
            <p14:sldId id="280"/>
            <p14:sldId id="281"/>
            <p14:sldId id="282"/>
          </p14:sldIdLst>
        </p14:section>
        <p14:section name="Update and Delete Cookies" id="{743870D5-EBFA-4A6D-AFD9-6973433973A4}">
          <p14:sldIdLst>
            <p14:sldId id="283"/>
            <p14:sldId id="265"/>
            <p14:sldId id="266"/>
            <p14:sldId id="267"/>
          </p14:sldIdLst>
        </p14:section>
        <p14:section name="Check if cookies are enabled" id="{8F214C80-03DF-4CF1-9EFB-B367768420F3}">
          <p14:sldIdLst>
            <p14:sldId id="268"/>
            <p14:sldId id="269"/>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2" d="100"/>
          <a:sy n="72" d="100"/>
        </p:scale>
        <p:origin x="79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39619" y="0"/>
            <a:ext cx="2952381" cy="1142857"/>
          </a:xfrm>
          <a:prstGeom prst="rect">
            <a:avLst/>
          </a:prstGeom>
        </p:spPr>
      </p:pic>
    </p:spTree>
    <p:extLst>
      <p:ext uri="{BB962C8B-B14F-4D97-AF65-F5344CB8AC3E}">
        <p14:creationId xmlns:p14="http://schemas.microsoft.com/office/powerpoint/2010/main" val="4040450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1443008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1971900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3E3C2E-09FF-4D85-8E51-E9E3F4BC22F2}" type="datetimeFigureOut">
              <a:rPr lang="en-CA" smtClean="0"/>
              <a:t>2020-11-09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3695347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3E3C2E-09FF-4D85-8E51-E9E3F4BC22F2}" type="datetimeFigureOut">
              <a:rPr lang="en-CA" smtClean="0"/>
              <a:t>2020-11-09</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3824215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3E3C2E-09FF-4D85-8E51-E9E3F4BC22F2}" type="datetimeFigureOut">
              <a:rPr lang="en-CA" smtClean="0"/>
              <a:t>2020-11-09</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123478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3E3C2E-09FF-4D85-8E51-E9E3F4BC22F2}" type="datetimeFigureOut">
              <a:rPr lang="en-CA" smtClean="0"/>
              <a:t>2020-11-09</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1054447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43E3C2E-09FF-4D85-8E51-E9E3F4BC22F2}" type="datetimeFigureOut">
              <a:rPr lang="en-CA" smtClean="0"/>
              <a:t>2020-11-09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2883636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43E3C2E-09FF-4D85-8E51-E9E3F4BC22F2}" type="datetimeFigureOut">
              <a:rPr lang="en-CA" smtClean="0"/>
              <a:t>2020-11-09</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528421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318864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51793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4440521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45759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1288017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1160929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3E3C2E-09FF-4D85-8E51-E9E3F4BC22F2}" type="datetimeFigureOut">
              <a:rPr lang="en-CA" smtClean="0"/>
              <a:t>2020-11-09</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B0F0235-15B4-46E0-A3AF-4982AF7C1E77}" type="slidenum">
              <a:rPr lang="en-CA" smtClean="0"/>
              <a:t>‹#›</a:t>
            </a:fld>
            <a:endParaRPr lang="en-CA"/>
          </a:p>
        </p:txBody>
      </p:sp>
    </p:spTree>
    <p:extLst>
      <p:ext uri="{BB962C8B-B14F-4D97-AF65-F5344CB8AC3E}">
        <p14:creationId xmlns:p14="http://schemas.microsoft.com/office/powerpoint/2010/main" val="3988498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3E3C2E-09FF-4D85-8E51-E9E3F4BC22F2}" type="datetimeFigureOut">
              <a:rPr lang="en-CA" smtClean="0"/>
              <a:t>2020-11-09</a:t>
            </a:fld>
            <a:endParaRPr lang="en-CA"/>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5B0F0235-15B4-46E0-A3AF-4982AF7C1E77}" type="slidenum">
              <a:rPr lang="en-CA" smtClean="0"/>
              <a:t>‹#›</a:t>
            </a:fld>
            <a:endParaRPr lang="en-CA"/>
          </a:p>
        </p:txBody>
      </p:sp>
      <p:pic>
        <p:nvPicPr>
          <p:cNvPr id="7" name="Picture 6"/>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236443" y="2598"/>
            <a:ext cx="2952381" cy="1142857"/>
          </a:xfrm>
          <a:prstGeom prst="rect">
            <a:avLst/>
          </a:prstGeom>
        </p:spPr>
      </p:pic>
    </p:spTree>
    <p:extLst>
      <p:ext uri="{BB962C8B-B14F-4D97-AF65-F5344CB8AC3E}">
        <p14:creationId xmlns:p14="http://schemas.microsoft.com/office/powerpoint/2010/main" val="2978744606"/>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VqzSex_2tDc&amp;t=3600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VqzSex_2tDc&amp;t=3600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watch?v=VqzSex_2tDc&amp;t=3600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dw7Dyf0GgdI&amp;t=3600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redirect?v=dw7Dyf0GgdI&amp;event=video_description&amp;redir_token=Q-KLNRlWzuLwu_aR7YaBz1bSAj18MTU1NTE3NjcwM0AxNTU1MDkwMzAz&amp;q=http%3A%2F%2Flocalhost%2FHome%2FSubFolder%2FPage1.htm" TargetMode="External"/><Relationship Id="rId2" Type="http://schemas.openxmlformats.org/officeDocument/2006/relationships/hyperlink" Target="https://www.youtube.com/redirect?v=dw7Dyf0GgdI&amp;event=video_description&amp;redir_token=Q-KLNRlWzuLwu_aR7YaBz1bSAj18MTU1NTE3NjcwM0AxNTU1MDkwMzAz&amp;q=http%3A%2F%2Flocalhost%2FHome%2FPage2.htm" TargetMode="External"/><Relationship Id="rId1" Type="http://schemas.openxmlformats.org/officeDocument/2006/relationships/slideLayout" Target="../slideLayouts/slideLayout2.xml"/><Relationship Id="rId4" Type="http://schemas.openxmlformats.org/officeDocument/2006/relationships/hyperlink" Target="https://www.youtube.com/redirect?v=dw7Dyf0GgdI&amp;event=video_description&amp;redir_token=Q-KLNRlWzuLwu_aR7YaBz1bSAj18MTU1NTE3NjcwM0AxNTU1MDkwMzAz&amp;q=http%3A%2F%2Flocalhost%2FPage3.ht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aOjv2tAhhTw&amp;t=3600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youtube.com/redirect?event=video_description&amp;v=aOjv2tAhhTw&amp;redir_token=-ChozxO1TnjGIzHOl1nsImVmKbp8MTU1NTE3OTI5NkAxNTU1MDkyODk2&amp;q=http%3A%2F%2Fbrowsercookielimits.squawky.net"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Using Cookies</a:t>
            </a:r>
          </a:p>
        </p:txBody>
      </p:sp>
      <p:sp>
        <p:nvSpPr>
          <p:cNvPr id="3" name="Subtitle 2"/>
          <p:cNvSpPr>
            <a:spLocks noGrp="1"/>
          </p:cNvSpPr>
          <p:nvPr>
            <p:ph type="subTitle" idx="1"/>
          </p:nvPr>
        </p:nvSpPr>
        <p:spPr/>
        <p:txBody>
          <a:bodyPr/>
          <a:lstStyle/>
          <a:p>
            <a:r>
              <a:rPr lang="en-CA" dirty="0"/>
              <a:t>JavaScript</a:t>
            </a:r>
          </a:p>
        </p:txBody>
      </p:sp>
    </p:spTree>
    <p:extLst>
      <p:ext uri="{BB962C8B-B14F-4D97-AF65-F5344CB8AC3E}">
        <p14:creationId xmlns:p14="http://schemas.microsoft.com/office/powerpoint/2010/main" val="161314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Introduction</a:t>
            </a:r>
          </a:p>
        </p:txBody>
      </p:sp>
      <p:sp>
        <p:nvSpPr>
          <p:cNvPr id="3" name="Content Placeholder 2"/>
          <p:cNvSpPr>
            <a:spLocks noGrp="1"/>
          </p:cNvSpPr>
          <p:nvPr>
            <p:ph idx="1"/>
          </p:nvPr>
        </p:nvSpPr>
        <p:spPr/>
        <p:txBody>
          <a:bodyPr/>
          <a:lstStyle/>
          <a:p>
            <a:r>
              <a:rPr lang="en-CA" dirty="0"/>
              <a:t>What are cookies and why are they needed</a:t>
            </a:r>
          </a:p>
          <a:p>
            <a:r>
              <a:rPr lang="en-CA" dirty="0"/>
              <a:t>How to write a cookie and read it later</a:t>
            </a:r>
          </a:p>
        </p:txBody>
      </p:sp>
    </p:spTree>
    <p:extLst>
      <p:ext uri="{BB962C8B-B14F-4D97-AF65-F5344CB8AC3E}">
        <p14:creationId xmlns:p14="http://schemas.microsoft.com/office/powerpoint/2010/main" val="1891720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Why are cookies needed</a:t>
            </a:r>
          </a:p>
        </p:txBody>
      </p:sp>
      <p:sp>
        <p:nvSpPr>
          <p:cNvPr id="3" name="Content Placeholder 2"/>
          <p:cNvSpPr>
            <a:spLocks noGrp="1"/>
          </p:cNvSpPr>
          <p:nvPr>
            <p:ph idx="1"/>
          </p:nvPr>
        </p:nvSpPr>
        <p:spPr/>
        <p:txBody>
          <a:bodyPr>
            <a:normAutofit/>
          </a:bodyPr>
          <a:lstStyle/>
          <a:p>
            <a:r>
              <a:rPr lang="en-CA" dirty="0"/>
              <a:t>Web applications work on HTTP protocol which is a stateless protocol. This means after the web server has processed the client request for a web page, the web server will not remember anything about the client that made the request. </a:t>
            </a:r>
          </a:p>
        </p:txBody>
      </p:sp>
    </p:spTree>
    <p:extLst>
      <p:ext uri="{BB962C8B-B14F-4D97-AF65-F5344CB8AC3E}">
        <p14:creationId xmlns:p14="http://schemas.microsoft.com/office/powerpoint/2010/main" val="790056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Why are cookies needed (example)</a:t>
            </a:r>
          </a:p>
        </p:txBody>
      </p:sp>
      <p:sp>
        <p:nvSpPr>
          <p:cNvPr id="3" name="Content Placeholder 2"/>
          <p:cNvSpPr>
            <a:spLocks noGrp="1"/>
          </p:cNvSpPr>
          <p:nvPr>
            <p:ph idx="1"/>
          </p:nvPr>
        </p:nvSpPr>
        <p:spPr/>
        <p:txBody>
          <a:bodyPr>
            <a:normAutofit/>
          </a:bodyPr>
          <a:lstStyle/>
          <a:p>
            <a:r>
              <a:rPr lang="en-CA" dirty="0"/>
              <a:t>Design a web page with a </a:t>
            </a:r>
            <a:r>
              <a:rPr lang="en-CA" dirty="0" err="1"/>
              <a:t>DropDownList</a:t>
            </a:r>
            <a:r>
              <a:rPr lang="en-CA" dirty="0"/>
              <a:t>.</a:t>
            </a:r>
          </a:p>
          <a:p>
            <a:r>
              <a:rPr lang="en-CA" dirty="0"/>
              <a:t>When the user selects a color from the </a:t>
            </a:r>
            <a:r>
              <a:rPr lang="en-CA" dirty="0" err="1"/>
              <a:t>DropDownList</a:t>
            </a:r>
            <a:r>
              <a:rPr lang="en-CA" dirty="0"/>
              <a:t> we want to change the background color of the page to the selected color. </a:t>
            </a:r>
          </a:p>
          <a:p>
            <a:r>
              <a:rPr lang="en-CA" dirty="0"/>
              <a:t>We want the web application to remember the user's preferred color. On a subsequent visit to the same page it should display the page with the background color that we previously selected. </a:t>
            </a:r>
          </a:p>
          <a:p>
            <a:r>
              <a:rPr lang="en-CA" dirty="0"/>
              <a:t>Now close the browser. Open a new instance of the browser and navigate to the same page. Notice that, the page does not remember the color we selected earlier. </a:t>
            </a:r>
          </a:p>
        </p:txBody>
      </p:sp>
    </p:spTree>
    <p:extLst>
      <p:ext uri="{BB962C8B-B14F-4D97-AF65-F5344CB8AC3E}">
        <p14:creationId xmlns:p14="http://schemas.microsoft.com/office/powerpoint/2010/main" val="1249492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are cookies</a:t>
            </a:r>
          </a:p>
        </p:txBody>
      </p:sp>
      <p:sp>
        <p:nvSpPr>
          <p:cNvPr id="3" name="Content Placeholder 2"/>
          <p:cNvSpPr>
            <a:spLocks noGrp="1"/>
          </p:cNvSpPr>
          <p:nvPr>
            <p:ph idx="1"/>
          </p:nvPr>
        </p:nvSpPr>
        <p:spPr/>
        <p:txBody>
          <a:bodyPr/>
          <a:lstStyle/>
          <a:p>
            <a:r>
              <a:rPr lang="en-CA" dirty="0"/>
              <a:t>Cookies are small text files that a browser stores in the visitor's computer. </a:t>
            </a:r>
          </a:p>
          <a:p>
            <a:r>
              <a:rPr lang="en-CA" dirty="0"/>
              <a:t>A cookie is basically a string of name-value pairs separated by semi-colons. </a:t>
            </a:r>
          </a:p>
          <a:p>
            <a:r>
              <a:rPr lang="en-CA" dirty="0"/>
              <a:t>How does a cookie look </a:t>
            </a:r>
          </a:p>
          <a:p>
            <a:pPr lvl="1"/>
            <a:r>
              <a:rPr lang="en-CA" dirty="0"/>
              <a:t>color=</a:t>
            </a:r>
            <a:r>
              <a:rPr lang="en-CA" dirty="0" err="1"/>
              <a:t>red;expires</a:t>
            </a:r>
            <a:r>
              <a:rPr lang="en-CA" dirty="0"/>
              <a:t>=Fri, 19 Apr 2019 </a:t>
            </a:r>
            <a:r>
              <a:rPr lang="en-CA" dirty="0">
                <a:hlinkClick r:id="rId2"/>
              </a:rPr>
              <a:t>01:00:00</a:t>
            </a:r>
            <a:r>
              <a:rPr lang="en-CA" dirty="0"/>
              <a:t> UTC;</a:t>
            </a:r>
          </a:p>
          <a:p>
            <a:r>
              <a:rPr lang="en-CA" dirty="0"/>
              <a:t>In the cookie string above we have 2 name-value pairs. </a:t>
            </a:r>
          </a:p>
          <a:p>
            <a:pPr lvl="1"/>
            <a:r>
              <a:rPr lang="en-CA" dirty="0"/>
              <a:t>The expires attribute specifies when the cookie is going to expire. By default cookies are deleted when the current browser session ends. If you want to store the cookie on the client computer even after the browser session has ended then specify either expires or max-age attributes. </a:t>
            </a:r>
          </a:p>
          <a:p>
            <a:pPr lvl="1"/>
            <a:r>
              <a:rPr lang="en-CA" dirty="0"/>
              <a:t>The color attribute is set to "red".</a:t>
            </a:r>
          </a:p>
        </p:txBody>
      </p:sp>
    </p:spTree>
    <p:extLst>
      <p:ext uri="{BB962C8B-B14F-4D97-AF65-F5344CB8AC3E}">
        <p14:creationId xmlns:p14="http://schemas.microsoft.com/office/powerpoint/2010/main" val="96049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How to read/write a cookie</a:t>
            </a:r>
          </a:p>
        </p:txBody>
      </p:sp>
      <p:sp>
        <p:nvSpPr>
          <p:cNvPr id="3" name="Content Placeholder 2"/>
          <p:cNvSpPr>
            <a:spLocks noGrp="1"/>
          </p:cNvSpPr>
          <p:nvPr>
            <p:ph idx="1"/>
          </p:nvPr>
        </p:nvSpPr>
        <p:spPr/>
        <p:txBody>
          <a:bodyPr/>
          <a:lstStyle/>
          <a:p>
            <a:r>
              <a:rPr lang="en-CA" dirty="0"/>
              <a:t>How to write a cookie:</a:t>
            </a:r>
          </a:p>
          <a:p>
            <a:pPr lvl="1"/>
            <a:r>
              <a:rPr lang="en-CA" dirty="0"/>
              <a:t>Use the document object's cookie property to write the cookie. </a:t>
            </a:r>
          </a:p>
          <a:p>
            <a:pPr lvl="1"/>
            <a:r>
              <a:rPr lang="en-CA" dirty="0" err="1"/>
              <a:t>document.cookie</a:t>
            </a:r>
            <a:r>
              <a:rPr lang="en-CA" dirty="0"/>
              <a:t> = "color=</a:t>
            </a:r>
            <a:r>
              <a:rPr lang="en-CA" dirty="0" err="1"/>
              <a:t>red;expires</a:t>
            </a:r>
            <a:r>
              <a:rPr lang="en-CA" dirty="0"/>
              <a:t>=Fri, 5 Aug 2016 </a:t>
            </a:r>
            <a:r>
              <a:rPr lang="en-CA" dirty="0">
                <a:hlinkClick r:id="rId2"/>
              </a:rPr>
              <a:t>01:00:00</a:t>
            </a:r>
            <a:r>
              <a:rPr lang="en-CA" dirty="0"/>
              <a:t> UTC;“</a:t>
            </a:r>
          </a:p>
          <a:p>
            <a:r>
              <a:rPr lang="en-CA" dirty="0"/>
              <a:t>How to read a cookie : </a:t>
            </a:r>
          </a:p>
          <a:p>
            <a:pPr lvl="1"/>
            <a:r>
              <a:rPr lang="en-CA" dirty="0"/>
              <a:t>Use the document object's cookie property to read the cookie. </a:t>
            </a:r>
          </a:p>
          <a:p>
            <a:pPr lvl="1"/>
            <a:r>
              <a:rPr lang="en-CA" dirty="0" err="1"/>
              <a:t>var</a:t>
            </a:r>
            <a:r>
              <a:rPr lang="en-CA" dirty="0"/>
              <a:t> </a:t>
            </a:r>
            <a:r>
              <a:rPr lang="en-CA" dirty="0" err="1"/>
              <a:t>cookieString</a:t>
            </a:r>
            <a:r>
              <a:rPr lang="en-CA" dirty="0"/>
              <a:t> = </a:t>
            </a:r>
            <a:r>
              <a:rPr lang="en-CA" dirty="0" err="1"/>
              <a:t>document.cookie</a:t>
            </a:r>
            <a:r>
              <a:rPr lang="en-CA" dirty="0"/>
              <a:t>;</a:t>
            </a:r>
          </a:p>
        </p:txBody>
      </p:sp>
    </p:spTree>
    <p:extLst>
      <p:ext uri="{BB962C8B-B14F-4D97-AF65-F5344CB8AC3E}">
        <p14:creationId xmlns:p14="http://schemas.microsoft.com/office/powerpoint/2010/main" val="1462891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 (HTML)</a:t>
            </a:r>
          </a:p>
        </p:txBody>
      </p:sp>
      <p:sp>
        <p:nvSpPr>
          <p:cNvPr id="3" name="Content Placeholder 2"/>
          <p:cNvSpPr>
            <a:spLocks noGrp="1"/>
          </p:cNvSpPr>
          <p:nvPr>
            <p:ph idx="1"/>
          </p:nvPr>
        </p:nvSpPr>
        <p:spPr/>
        <p:txBody>
          <a:bodyPr/>
          <a:lstStyle/>
          <a:p>
            <a:pPr marL="0" indent="0">
              <a:buNone/>
            </a:pPr>
            <a:r>
              <a:rPr lang="en-CA" dirty="0"/>
              <a:t>&lt;select id="</a:t>
            </a:r>
            <a:r>
              <a:rPr lang="en-CA" dirty="0" err="1"/>
              <a:t>ddlTheme</a:t>
            </a:r>
            <a:r>
              <a:rPr lang="en-CA" dirty="0"/>
              <a:t>" </a:t>
            </a:r>
            <a:r>
              <a:rPr lang="en-CA" dirty="0" err="1"/>
              <a:t>onchange</a:t>
            </a:r>
            <a:r>
              <a:rPr lang="en-CA" dirty="0"/>
              <a:t>="</a:t>
            </a:r>
            <a:r>
              <a:rPr lang="en-CA" dirty="0" err="1"/>
              <a:t>setColorCookie</a:t>
            </a:r>
            <a:r>
              <a:rPr lang="en-CA" dirty="0"/>
              <a:t>()“&gt; </a:t>
            </a:r>
          </a:p>
          <a:p>
            <a:pPr marL="0" indent="0">
              <a:buNone/>
            </a:pPr>
            <a:r>
              <a:rPr lang="en-CA" dirty="0"/>
              <a:t>	&lt;option value="Select Color“&gt;Select Color&lt;/option&gt; </a:t>
            </a:r>
          </a:p>
          <a:p>
            <a:pPr marL="0" indent="0">
              <a:buNone/>
            </a:pPr>
            <a:r>
              <a:rPr lang="en-CA" dirty="0"/>
              <a:t>	&lt;option value="red"&gt;Red&lt;/option&gt; </a:t>
            </a:r>
          </a:p>
          <a:p>
            <a:pPr marL="0" indent="0">
              <a:buNone/>
            </a:pPr>
            <a:r>
              <a:rPr lang="en-CA" dirty="0"/>
              <a:t>	&lt;option value="green"&gt;Green&lt;/option&gt; </a:t>
            </a:r>
          </a:p>
          <a:p>
            <a:pPr marL="0" indent="0">
              <a:buNone/>
            </a:pPr>
            <a:r>
              <a:rPr lang="en-CA" dirty="0"/>
              <a:t>	&lt;option value="blue"&gt;Blue&lt;/option&gt; </a:t>
            </a:r>
          </a:p>
          <a:p>
            <a:pPr marL="0" indent="0">
              <a:buNone/>
            </a:pPr>
            <a:r>
              <a:rPr lang="en-CA" dirty="0"/>
              <a:t>&lt;/select&gt;</a:t>
            </a:r>
          </a:p>
        </p:txBody>
      </p:sp>
    </p:spTree>
    <p:extLst>
      <p:ext uri="{BB962C8B-B14F-4D97-AF65-F5344CB8AC3E}">
        <p14:creationId xmlns:p14="http://schemas.microsoft.com/office/powerpoint/2010/main" val="4114083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 (JavaScript)</a:t>
            </a:r>
          </a:p>
        </p:txBody>
      </p:sp>
      <p:sp>
        <p:nvSpPr>
          <p:cNvPr id="3" name="Content Placeholder 2"/>
          <p:cNvSpPr>
            <a:spLocks noGrp="1"/>
          </p:cNvSpPr>
          <p:nvPr>
            <p:ph idx="1"/>
          </p:nvPr>
        </p:nvSpPr>
        <p:spPr>
          <a:xfrm>
            <a:off x="677334" y="1438103"/>
            <a:ext cx="8596668" cy="4603260"/>
          </a:xfrm>
        </p:spPr>
        <p:txBody>
          <a:bodyPr>
            <a:normAutofit fontScale="85000" lnSpcReduction="20000"/>
          </a:bodyPr>
          <a:lstStyle/>
          <a:p>
            <a:pPr marL="0" indent="0">
              <a:buNone/>
            </a:pPr>
            <a:r>
              <a:rPr lang="en-CA" dirty="0" err="1"/>
              <a:t>window.onload</a:t>
            </a:r>
            <a:r>
              <a:rPr lang="en-CA" dirty="0"/>
              <a:t> = function () { </a:t>
            </a:r>
          </a:p>
          <a:p>
            <a:pPr marL="0" indent="0">
              <a:buNone/>
            </a:pPr>
            <a:r>
              <a:rPr lang="en-CA" dirty="0"/>
              <a:t>	if (</a:t>
            </a:r>
            <a:r>
              <a:rPr lang="en-CA" dirty="0" err="1"/>
              <a:t>document.cookie.length</a:t>
            </a:r>
            <a:r>
              <a:rPr lang="en-CA" dirty="0"/>
              <a:t> != 0) { </a:t>
            </a:r>
          </a:p>
          <a:p>
            <a:pPr marL="0" indent="0">
              <a:buNone/>
            </a:pPr>
            <a:r>
              <a:rPr lang="en-CA" dirty="0"/>
              <a:t>		</a:t>
            </a:r>
            <a:r>
              <a:rPr lang="en-CA" dirty="0" err="1"/>
              <a:t>var</a:t>
            </a:r>
            <a:r>
              <a:rPr lang="en-CA" dirty="0"/>
              <a:t> </a:t>
            </a:r>
            <a:r>
              <a:rPr lang="en-CA" dirty="0" err="1"/>
              <a:t>nameValueArray</a:t>
            </a:r>
            <a:r>
              <a:rPr lang="en-CA" dirty="0"/>
              <a:t> = </a:t>
            </a:r>
            <a:r>
              <a:rPr lang="en-CA" dirty="0" err="1"/>
              <a:t>document.cookie.split</a:t>
            </a:r>
            <a:r>
              <a:rPr lang="en-CA" dirty="0"/>
              <a:t>("=");</a:t>
            </a:r>
          </a:p>
          <a:p>
            <a:pPr marL="0" indent="0">
              <a:buNone/>
            </a:pPr>
            <a:r>
              <a:rPr lang="en-CA" dirty="0"/>
              <a:t>		</a:t>
            </a:r>
            <a:r>
              <a:rPr lang="en-CA" dirty="0" err="1"/>
              <a:t>document.getElementById</a:t>
            </a:r>
            <a:r>
              <a:rPr lang="en-CA" dirty="0"/>
              <a:t>("</a:t>
            </a:r>
            <a:r>
              <a:rPr lang="en-CA" dirty="0" err="1"/>
              <a:t>ddlTheme</a:t>
            </a:r>
            <a:r>
              <a:rPr lang="en-CA" dirty="0"/>
              <a:t>").value = </a:t>
            </a:r>
            <a:r>
              <a:rPr lang="en-CA" dirty="0" err="1"/>
              <a:t>nameValueArray</a:t>
            </a:r>
            <a:r>
              <a:rPr lang="en-CA" dirty="0"/>
              <a:t>&lt;1&gt;;</a:t>
            </a:r>
          </a:p>
          <a:p>
            <a:pPr marL="0" indent="0">
              <a:buNone/>
            </a:pPr>
            <a:r>
              <a:rPr lang="en-CA" dirty="0"/>
              <a:t>		</a:t>
            </a:r>
            <a:r>
              <a:rPr lang="en-CA" dirty="0" err="1"/>
              <a:t>document.bgColor</a:t>
            </a:r>
            <a:r>
              <a:rPr lang="en-CA" dirty="0"/>
              <a:t> = </a:t>
            </a:r>
            <a:r>
              <a:rPr lang="en-CA" dirty="0" err="1"/>
              <a:t>nameValueArray</a:t>
            </a:r>
            <a:r>
              <a:rPr lang="en-CA" dirty="0"/>
              <a:t>&lt;1&gt;; </a:t>
            </a:r>
          </a:p>
          <a:p>
            <a:pPr marL="0" indent="0">
              <a:buNone/>
            </a:pPr>
            <a:r>
              <a:rPr lang="en-CA" dirty="0"/>
              <a:t>	} </a:t>
            </a:r>
          </a:p>
          <a:p>
            <a:pPr marL="0" indent="0">
              <a:buNone/>
            </a:pPr>
            <a:r>
              <a:rPr lang="en-CA" dirty="0"/>
              <a:t>} </a:t>
            </a:r>
          </a:p>
          <a:p>
            <a:pPr marL="0" indent="0">
              <a:buNone/>
            </a:pPr>
            <a:r>
              <a:rPr lang="en-CA" dirty="0"/>
              <a:t>function </a:t>
            </a:r>
            <a:r>
              <a:rPr lang="en-CA" dirty="0" err="1"/>
              <a:t>setColorCookie</a:t>
            </a:r>
            <a:r>
              <a:rPr lang="en-CA" dirty="0"/>
              <a:t>() { </a:t>
            </a:r>
          </a:p>
          <a:p>
            <a:pPr marL="0" indent="0">
              <a:buNone/>
            </a:pPr>
            <a:r>
              <a:rPr lang="en-CA" dirty="0"/>
              <a:t>	</a:t>
            </a:r>
            <a:r>
              <a:rPr lang="en-CA" dirty="0" err="1"/>
              <a:t>var</a:t>
            </a:r>
            <a:r>
              <a:rPr lang="en-CA" dirty="0"/>
              <a:t> </a:t>
            </a:r>
            <a:r>
              <a:rPr lang="en-CA" dirty="0" err="1"/>
              <a:t>selectedValue</a:t>
            </a:r>
            <a:r>
              <a:rPr lang="en-CA" dirty="0"/>
              <a:t> = </a:t>
            </a:r>
            <a:r>
              <a:rPr lang="en-CA" dirty="0" err="1"/>
              <a:t>document.getElementById</a:t>
            </a:r>
            <a:r>
              <a:rPr lang="en-CA" dirty="0"/>
              <a:t>("</a:t>
            </a:r>
            <a:r>
              <a:rPr lang="en-CA" dirty="0" err="1"/>
              <a:t>ddlTheme</a:t>
            </a:r>
            <a:r>
              <a:rPr lang="en-CA" dirty="0"/>
              <a:t>").value; </a:t>
            </a:r>
          </a:p>
          <a:p>
            <a:pPr marL="0" indent="0">
              <a:buNone/>
            </a:pPr>
            <a:r>
              <a:rPr lang="en-CA" dirty="0"/>
              <a:t>	if (</a:t>
            </a:r>
            <a:r>
              <a:rPr lang="en-CA" dirty="0" err="1"/>
              <a:t>selectedValue</a:t>
            </a:r>
            <a:r>
              <a:rPr lang="en-CA" dirty="0"/>
              <a:t> != "Select Color") { </a:t>
            </a:r>
          </a:p>
          <a:p>
            <a:pPr marL="0" indent="0">
              <a:buNone/>
            </a:pPr>
            <a:r>
              <a:rPr lang="en-CA" dirty="0"/>
              <a:t>		</a:t>
            </a:r>
            <a:r>
              <a:rPr lang="en-CA" dirty="0" err="1"/>
              <a:t>document.bgColor</a:t>
            </a:r>
            <a:r>
              <a:rPr lang="en-CA" dirty="0"/>
              <a:t> = </a:t>
            </a:r>
            <a:r>
              <a:rPr lang="en-CA" dirty="0" err="1"/>
              <a:t>selectedValue</a:t>
            </a:r>
            <a:r>
              <a:rPr lang="en-CA" dirty="0"/>
              <a:t>; </a:t>
            </a:r>
          </a:p>
          <a:p>
            <a:pPr marL="0" indent="0">
              <a:buNone/>
            </a:pPr>
            <a:r>
              <a:rPr lang="en-CA" dirty="0"/>
              <a:t>		</a:t>
            </a:r>
            <a:r>
              <a:rPr lang="en-CA" dirty="0" err="1"/>
              <a:t>document.cookie</a:t>
            </a:r>
            <a:r>
              <a:rPr lang="en-CA" dirty="0"/>
              <a:t> = "color=" + </a:t>
            </a:r>
            <a:r>
              <a:rPr lang="en-CA" dirty="0" err="1"/>
              <a:t>selectedValue</a:t>
            </a:r>
            <a:r>
              <a:rPr lang="en-CA" dirty="0"/>
              <a:t> + ";expires=Fri, 5 Aug 2016 </a:t>
            </a:r>
            <a:r>
              <a:rPr lang="en-CA" dirty="0">
                <a:hlinkClick r:id="rId2"/>
              </a:rPr>
              <a:t>01:00:00</a:t>
            </a:r>
            <a:r>
              <a:rPr lang="en-CA" dirty="0"/>
              <a:t> UTC;"; </a:t>
            </a:r>
          </a:p>
          <a:p>
            <a:pPr marL="0" indent="0">
              <a:buNone/>
            </a:pPr>
            <a:r>
              <a:rPr lang="en-CA" dirty="0"/>
              <a:t>	} </a:t>
            </a:r>
          </a:p>
          <a:p>
            <a:pPr marL="0" indent="0">
              <a:buNone/>
            </a:pPr>
            <a:r>
              <a:rPr lang="en-CA" dirty="0"/>
              <a:t>}</a:t>
            </a:r>
          </a:p>
        </p:txBody>
      </p:sp>
    </p:spTree>
    <p:extLst>
      <p:ext uri="{BB962C8B-B14F-4D97-AF65-F5344CB8AC3E}">
        <p14:creationId xmlns:p14="http://schemas.microsoft.com/office/powerpoint/2010/main" val="172604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Optional Cookie Attributes</a:t>
            </a:r>
          </a:p>
        </p:txBody>
      </p:sp>
      <p:sp>
        <p:nvSpPr>
          <p:cNvPr id="3" name="Content Placeholder 2"/>
          <p:cNvSpPr>
            <a:spLocks noGrp="1"/>
          </p:cNvSpPr>
          <p:nvPr>
            <p:ph idx="1"/>
          </p:nvPr>
        </p:nvSpPr>
        <p:spPr/>
        <p:txBody>
          <a:bodyPr/>
          <a:lstStyle/>
          <a:p>
            <a:r>
              <a:rPr lang="en-CA" dirty="0"/>
              <a:t>expires </a:t>
            </a:r>
          </a:p>
          <a:p>
            <a:r>
              <a:rPr lang="en-CA" dirty="0"/>
              <a:t>max-age </a:t>
            </a:r>
          </a:p>
          <a:p>
            <a:r>
              <a:rPr lang="en-CA" dirty="0"/>
              <a:t>domain </a:t>
            </a:r>
          </a:p>
          <a:p>
            <a:r>
              <a:rPr lang="en-CA" dirty="0"/>
              <a:t>path </a:t>
            </a:r>
          </a:p>
          <a:p>
            <a:r>
              <a:rPr lang="en-CA" dirty="0"/>
              <a:t>Secure</a:t>
            </a:r>
          </a:p>
          <a:p>
            <a:endParaRPr lang="en-CA" dirty="0"/>
          </a:p>
          <a:p>
            <a:r>
              <a:rPr lang="en-CA" dirty="0"/>
              <a:t>The following code creates a cookie that expires as soon as the browser is closed (no attributes)</a:t>
            </a:r>
          </a:p>
          <a:p>
            <a:pPr lvl="1"/>
            <a:r>
              <a:rPr lang="en-CA" dirty="0" err="1"/>
              <a:t>document.cookie</a:t>
            </a:r>
            <a:r>
              <a:rPr lang="en-CA" dirty="0"/>
              <a:t> = "color=red";</a:t>
            </a:r>
          </a:p>
        </p:txBody>
      </p:sp>
    </p:spTree>
    <p:extLst>
      <p:ext uri="{BB962C8B-B14F-4D97-AF65-F5344CB8AC3E}">
        <p14:creationId xmlns:p14="http://schemas.microsoft.com/office/powerpoint/2010/main" val="1722913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expires and max-age attributes</a:t>
            </a:r>
          </a:p>
        </p:txBody>
      </p:sp>
      <p:sp>
        <p:nvSpPr>
          <p:cNvPr id="3" name="Content Placeholder 2"/>
          <p:cNvSpPr>
            <a:spLocks noGrp="1"/>
          </p:cNvSpPr>
          <p:nvPr>
            <p:ph idx="1"/>
          </p:nvPr>
        </p:nvSpPr>
        <p:spPr/>
        <p:txBody>
          <a:bodyPr/>
          <a:lstStyle/>
          <a:p>
            <a:r>
              <a:rPr lang="en-CA" dirty="0"/>
              <a:t>If you want to create a persistent cookie (a cookie that is not deleted after the browser is closed) either use expires or max-age attributes </a:t>
            </a:r>
          </a:p>
          <a:p>
            <a:r>
              <a:rPr lang="en-CA" dirty="0" err="1"/>
              <a:t>document.cookie</a:t>
            </a:r>
            <a:r>
              <a:rPr lang="en-CA" dirty="0"/>
              <a:t> = "color=</a:t>
            </a:r>
            <a:r>
              <a:rPr lang="en-CA" dirty="0" err="1"/>
              <a:t>red;expires</a:t>
            </a:r>
            <a:r>
              <a:rPr lang="en-CA" dirty="0"/>
              <a:t>=Fri, 19 Apr 2019 </a:t>
            </a:r>
            <a:r>
              <a:rPr lang="en-CA" dirty="0">
                <a:hlinkClick r:id="rId2"/>
              </a:rPr>
              <a:t>01:00:00</a:t>
            </a:r>
            <a:r>
              <a:rPr lang="en-CA" dirty="0"/>
              <a:t> UTC"; </a:t>
            </a:r>
          </a:p>
          <a:p>
            <a:pPr marL="0" indent="0">
              <a:buNone/>
            </a:pPr>
            <a:r>
              <a:rPr lang="en-CA" dirty="0"/>
              <a:t>OR </a:t>
            </a:r>
          </a:p>
          <a:p>
            <a:r>
              <a:rPr lang="en-CA" dirty="0" err="1"/>
              <a:t>document.cookie</a:t>
            </a:r>
            <a:r>
              <a:rPr lang="en-CA" dirty="0"/>
              <a:t> = "color=</a:t>
            </a:r>
            <a:r>
              <a:rPr lang="en-CA" dirty="0" err="1"/>
              <a:t>red;max-age</a:t>
            </a:r>
            <a:r>
              <a:rPr lang="en-CA" dirty="0"/>
              <a:t>=" + (60 * 60 * 24 * 30) + "; "</a:t>
            </a:r>
          </a:p>
          <a:p>
            <a:pPr lvl="1"/>
            <a:r>
              <a:rPr lang="en-CA" dirty="0"/>
              <a:t>Creates a cookie that expires in 30 days</a:t>
            </a:r>
          </a:p>
        </p:txBody>
      </p:sp>
    </p:spTree>
    <p:extLst>
      <p:ext uri="{BB962C8B-B14F-4D97-AF65-F5344CB8AC3E}">
        <p14:creationId xmlns:p14="http://schemas.microsoft.com/office/powerpoint/2010/main" val="478388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the difference between expires and max-age attributes</a:t>
            </a:r>
          </a:p>
        </p:txBody>
      </p:sp>
      <p:sp>
        <p:nvSpPr>
          <p:cNvPr id="3" name="Content Placeholder 2"/>
          <p:cNvSpPr>
            <a:spLocks noGrp="1"/>
          </p:cNvSpPr>
          <p:nvPr>
            <p:ph idx="1"/>
          </p:nvPr>
        </p:nvSpPr>
        <p:spPr/>
        <p:txBody>
          <a:bodyPr/>
          <a:lstStyle/>
          <a:p>
            <a:r>
              <a:rPr lang="en-CA" dirty="0"/>
              <a:t>With expires attribute you set an expiry date. </a:t>
            </a:r>
          </a:p>
          <a:p>
            <a:pPr lvl="1"/>
            <a:r>
              <a:rPr lang="en-CA" dirty="0"/>
              <a:t>The expires attribute is obsolete. </a:t>
            </a:r>
          </a:p>
          <a:p>
            <a:pPr lvl="1"/>
            <a:r>
              <a:rPr lang="en-CA" dirty="0"/>
              <a:t>Very few modern browsers support this attribute. </a:t>
            </a:r>
          </a:p>
          <a:p>
            <a:pPr lvl="1"/>
            <a:r>
              <a:rPr lang="en-CA" dirty="0"/>
              <a:t>Internet Explorer was one of them. </a:t>
            </a:r>
          </a:p>
          <a:p>
            <a:r>
              <a:rPr lang="en-CA" dirty="0"/>
              <a:t>With max-age attribute you specify the expiry time in seconds. </a:t>
            </a:r>
          </a:p>
          <a:p>
            <a:pPr lvl="1"/>
            <a:r>
              <a:rPr lang="en-CA" dirty="0"/>
              <a:t>Most modern browsers support this attribute except some versions of Internet Explorer. </a:t>
            </a:r>
          </a:p>
          <a:p>
            <a:pPr lvl="1"/>
            <a:r>
              <a:rPr lang="en-CA" dirty="0"/>
              <a:t>If you want to create a persistent cookie that works in IE and all the other browsers then specify both expires and max-age attributes.</a:t>
            </a:r>
          </a:p>
        </p:txBody>
      </p:sp>
    </p:spTree>
    <p:extLst>
      <p:ext uri="{BB962C8B-B14F-4D97-AF65-F5344CB8AC3E}">
        <p14:creationId xmlns:p14="http://schemas.microsoft.com/office/powerpoint/2010/main" val="287623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domain attribute</a:t>
            </a:r>
          </a:p>
        </p:txBody>
      </p:sp>
      <p:sp>
        <p:nvSpPr>
          <p:cNvPr id="3" name="Content Placeholder 2"/>
          <p:cNvSpPr>
            <a:spLocks noGrp="1"/>
          </p:cNvSpPr>
          <p:nvPr>
            <p:ph idx="1"/>
          </p:nvPr>
        </p:nvSpPr>
        <p:spPr/>
        <p:txBody>
          <a:bodyPr/>
          <a:lstStyle/>
          <a:p>
            <a:r>
              <a:rPr lang="en-CA" dirty="0"/>
              <a:t>Specifies the domain for which the cookie is valid. </a:t>
            </a:r>
          </a:p>
          <a:p>
            <a:r>
              <a:rPr lang="en-CA" dirty="0"/>
              <a:t>If you specify the domain as vanier.qc.ca then that cookie will be valid only for that sub-domain. </a:t>
            </a:r>
          </a:p>
          <a:p>
            <a:pPr lvl="1"/>
            <a:r>
              <a:rPr lang="en-CA" dirty="0"/>
              <a:t>It will not be valid for dawson.qc.ca. </a:t>
            </a:r>
          </a:p>
          <a:p>
            <a:r>
              <a:rPr lang="en-CA" dirty="0"/>
              <a:t>If you want a cookie to be valid for all sub-domains of vanier.qc.ca, then specify domain= vanier.qc.ca. </a:t>
            </a:r>
          </a:p>
          <a:p>
            <a:pPr lvl="1"/>
            <a:r>
              <a:rPr lang="en-CA" dirty="0"/>
              <a:t>So this cookie will be valid for vanier.qc.ca vanier.Blog.qc.ca vanier.Blog.Raphaelr.qc.ca</a:t>
            </a:r>
          </a:p>
        </p:txBody>
      </p:sp>
    </p:spTree>
    <p:extLst>
      <p:ext uri="{BB962C8B-B14F-4D97-AF65-F5344CB8AC3E}">
        <p14:creationId xmlns:p14="http://schemas.microsoft.com/office/powerpoint/2010/main" val="1103463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path attribute</a:t>
            </a:r>
          </a:p>
        </p:txBody>
      </p:sp>
      <p:sp>
        <p:nvSpPr>
          <p:cNvPr id="3" name="Content Placeholder 2"/>
          <p:cNvSpPr>
            <a:spLocks noGrp="1"/>
          </p:cNvSpPr>
          <p:nvPr>
            <p:ph idx="1"/>
          </p:nvPr>
        </p:nvSpPr>
        <p:spPr/>
        <p:txBody>
          <a:bodyPr/>
          <a:lstStyle/>
          <a:p>
            <a:r>
              <a:rPr lang="en-CA" dirty="0"/>
              <a:t>By default cookies are valid only for web pages in the directory of the current web page that stored them, as well as its descendants. </a:t>
            </a:r>
          </a:p>
          <a:p>
            <a:r>
              <a:rPr lang="en-CA" dirty="0"/>
              <a:t>Example : The following diagram shows the directory structure of a web application </a:t>
            </a:r>
          </a:p>
          <a:p>
            <a:pPr lvl="1"/>
            <a:r>
              <a:rPr lang="en-CA" dirty="0"/>
              <a:t>If a cookie is set by </a:t>
            </a:r>
            <a:r>
              <a:rPr lang="en-CA" dirty="0">
                <a:hlinkClick r:id="rId2"/>
              </a:rPr>
              <a:t>http://localhost/Home/Page2.htm</a:t>
            </a:r>
            <a:r>
              <a:rPr lang="en-CA" dirty="0"/>
              <a:t>, it will be valid for </a:t>
            </a:r>
            <a:r>
              <a:rPr lang="en-CA" dirty="0">
                <a:hlinkClick r:id="rId3"/>
              </a:rPr>
              <a:t>http://localhost/Home/SubFolder/Page1...</a:t>
            </a:r>
            <a:r>
              <a:rPr lang="en-CA" dirty="0"/>
              <a:t> but not for </a:t>
            </a:r>
            <a:r>
              <a:rPr lang="en-CA" dirty="0">
                <a:hlinkClick r:id="rId4"/>
              </a:rPr>
              <a:t>http://localhost/Page3.htm</a:t>
            </a:r>
            <a:r>
              <a:rPr lang="en-CA" dirty="0"/>
              <a:t> </a:t>
            </a:r>
          </a:p>
          <a:p>
            <a:r>
              <a:rPr lang="en-CA" dirty="0"/>
              <a:t>If you want to create a cookie that is valid across all your pages in your website, then set the path attribute to the root of your web directory, that is, "/". </a:t>
            </a:r>
          </a:p>
          <a:p>
            <a:pPr lvl="1"/>
            <a:r>
              <a:rPr lang="en-CA" dirty="0" err="1"/>
              <a:t>document.cookie</a:t>
            </a:r>
            <a:r>
              <a:rPr lang="en-CA" dirty="0"/>
              <a:t> = "color=</a:t>
            </a:r>
            <a:r>
              <a:rPr lang="en-CA" dirty="0" err="1"/>
              <a:t>red;max-age</a:t>
            </a:r>
            <a:r>
              <a:rPr lang="en-CA" dirty="0"/>
              <a:t>=" + (60 * 60 * 24 * 30) + ";path=/";</a:t>
            </a:r>
          </a:p>
        </p:txBody>
      </p:sp>
    </p:spTree>
    <p:extLst>
      <p:ext uri="{BB962C8B-B14F-4D97-AF65-F5344CB8AC3E}">
        <p14:creationId xmlns:p14="http://schemas.microsoft.com/office/powerpoint/2010/main" val="597025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secure attribute</a:t>
            </a:r>
          </a:p>
        </p:txBody>
      </p:sp>
      <p:sp>
        <p:nvSpPr>
          <p:cNvPr id="3" name="Content Placeholder 2"/>
          <p:cNvSpPr>
            <a:spLocks noGrp="1"/>
          </p:cNvSpPr>
          <p:nvPr>
            <p:ph idx="1"/>
          </p:nvPr>
        </p:nvSpPr>
        <p:spPr/>
        <p:txBody>
          <a:bodyPr/>
          <a:lstStyle/>
          <a:p>
            <a:r>
              <a:rPr lang="en-CA" dirty="0"/>
              <a:t>secure attribute specifies that the cookie is secure and is only used over HTTPS protocol which ensures that the cookie is always encrypted when transmitting from client to server.</a:t>
            </a:r>
          </a:p>
          <a:p>
            <a:br>
              <a:rPr lang="en-CA" dirty="0"/>
            </a:br>
            <a:endParaRPr lang="en-CA" dirty="0"/>
          </a:p>
        </p:txBody>
      </p:sp>
    </p:spTree>
    <p:extLst>
      <p:ext uri="{BB962C8B-B14F-4D97-AF65-F5344CB8AC3E}">
        <p14:creationId xmlns:p14="http://schemas.microsoft.com/office/powerpoint/2010/main" val="3432524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 (HTML)</a:t>
            </a:r>
          </a:p>
        </p:txBody>
      </p:sp>
      <p:sp>
        <p:nvSpPr>
          <p:cNvPr id="3" name="Content Placeholder 2"/>
          <p:cNvSpPr>
            <a:spLocks noGrp="1"/>
          </p:cNvSpPr>
          <p:nvPr>
            <p:ph idx="1"/>
          </p:nvPr>
        </p:nvSpPr>
        <p:spPr>
          <a:xfrm>
            <a:off x="677334" y="1413165"/>
            <a:ext cx="8596668" cy="4628198"/>
          </a:xfrm>
        </p:spPr>
        <p:txBody>
          <a:bodyPr>
            <a:normAutofit/>
          </a:bodyPr>
          <a:lstStyle/>
          <a:p>
            <a:pPr marL="0" indent="0">
              <a:buNone/>
            </a:pPr>
            <a:r>
              <a:rPr lang="en-CA" dirty="0"/>
              <a:t>&lt;html&gt; &lt;head&gt;&lt;/head&gt; </a:t>
            </a:r>
          </a:p>
          <a:p>
            <a:pPr marL="0" indent="0">
              <a:buNone/>
            </a:pPr>
            <a:r>
              <a:rPr lang="en-CA" dirty="0"/>
              <a:t>&lt;body&gt; &lt;table border="1"&gt; </a:t>
            </a:r>
          </a:p>
          <a:p>
            <a:pPr marL="0" indent="0">
              <a:buNone/>
            </a:pPr>
            <a:r>
              <a:rPr lang="en-CA" dirty="0"/>
              <a:t>	&lt;</a:t>
            </a:r>
            <a:r>
              <a:rPr lang="en-CA" dirty="0" err="1"/>
              <a:t>tr</a:t>
            </a:r>
            <a:r>
              <a:rPr lang="en-CA" dirty="0"/>
              <a:t>&gt; &lt;td&gt; Name &lt;/td&gt; &lt;td&gt; &lt;input type="text" id="</a:t>
            </a:r>
            <a:r>
              <a:rPr lang="en-CA" dirty="0" err="1"/>
              <a:t>txtName</a:t>
            </a:r>
            <a:r>
              <a:rPr lang="en-CA" dirty="0"/>
              <a:t>" /&gt; &lt;/td&gt; &lt;/</a:t>
            </a:r>
            <a:r>
              <a:rPr lang="en-CA" dirty="0" err="1"/>
              <a:t>tr</a:t>
            </a:r>
            <a:r>
              <a:rPr lang="en-CA" dirty="0"/>
              <a:t>&gt; </a:t>
            </a:r>
          </a:p>
          <a:p>
            <a:pPr marL="0" indent="0">
              <a:buNone/>
            </a:pPr>
            <a:r>
              <a:rPr lang="en-CA" dirty="0"/>
              <a:t>	&lt;</a:t>
            </a:r>
            <a:r>
              <a:rPr lang="en-CA" dirty="0" err="1"/>
              <a:t>tr</a:t>
            </a:r>
            <a:r>
              <a:rPr lang="en-CA" dirty="0"/>
              <a:t>&gt; &lt;td&gt; Email &lt;/td&gt; &lt;td&gt; &lt;input type="text" id="</a:t>
            </a:r>
            <a:r>
              <a:rPr lang="en-CA" dirty="0" err="1"/>
              <a:t>txtEmail</a:t>
            </a:r>
            <a:r>
              <a:rPr lang="en-CA" dirty="0"/>
              <a:t>" /&gt; &lt;/td&gt; &lt;/</a:t>
            </a:r>
            <a:r>
              <a:rPr lang="en-CA" dirty="0" err="1"/>
              <a:t>tr</a:t>
            </a:r>
            <a:r>
              <a:rPr lang="en-CA" dirty="0"/>
              <a:t>&gt; </a:t>
            </a:r>
          </a:p>
          <a:p>
            <a:pPr marL="0" indent="0">
              <a:buNone/>
            </a:pPr>
            <a:r>
              <a:rPr lang="en-CA" dirty="0"/>
              <a:t>	&lt;</a:t>
            </a:r>
            <a:r>
              <a:rPr lang="en-CA" dirty="0" err="1"/>
              <a:t>tr</a:t>
            </a:r>
            <a:r>
              <a:rPr lang="en-CA" dirty="0"/>
              <a:t>&gt; &lt;td&gt; Gender &lt;/td&gt; &lt;td&gt; &lt;input type="text" id="</a:t>
            </a:r>
            <a:r>
              <a:rPr lang="en-CA" dirty="0" err="1"/>
              <a:t>txtGender</a:t>
            </a:r>
            <a:r>
              <a:rPr lang="en-CA" dirty="0"/>
              <a:t>" /&gt; &lt;/td&gt; 	&lt;/</a:t>
            </a:r>
            <a:r>
              <a:rPr lang="en-CA" dirty="0" err="1"/>
              <a:t>tr</a:t>
            </a:r>
            <a:r>
              <a:rPr lang="en-CA" dirty="0"/>
              <a:t>&gt; </a:t>
            </a:r>
          </a:p>
          <a:p>
            <a:pPr marL="0" indent="0">
              <a:buNone/>
            </a:pPr>
            <a:r>
              <a:rPr lang="en-CA" dirty="0"/>
              <a:t>	&lt;</a:t>
            </a:r>
            <a:r>
              <a:rPr lang="en-CA" dirty="0" err="1"/>
              <a:t>tr</a:t>
            </a:r>
            <a:r>
              <a:rPr lang="en-CA" dirty="0"/>
              <a:t>&gt; &lt;td </a:t>
            </a:r>
            <a:r>
              <a:rPr lang="en-CA" dirty="0" err="1"/>
              <a:t>colspan</a:t>
            </a:r>
            <a:r>
              <a:rPr lang="en-CA" dirty="0"/>
              <a:t>="2"&gt; &lt;input type="button" value="Set Cookie" 	</a:t>
            </a:r>
            <a:r>
              <a:rPr lang="en-CA" dirty="0" err="1"/>
              <a:t>onclick</a:t>
            </a:r>
            <a:r>
              <a:rPr lang="en-CA" dirty="0"/>
              <a:t>="</a:t>
            </a:r>
            <a:r>
              <a:rPr lang="en-CA" dirty="0" err="1"/>
              <a:t>setCookie</a:t>
            </a:r>
            <a:r>
              <a:rPr lang="en-CA" dirty="0"/>
              <a:t>()" /&gt; &lt;input type="button" value="Get Cookie" 	</a:t>
            </a:r>
            <a:r>
              <a:rPr lang="en-CA" dirty="0" err="1"/>
              <a:t>onclick</a:t>
            </a:r>
            <a:r>
              <a:rPr lang="en-CA" dirty="0"/>
              <a:t>="</a:t>
            </a:r>
            <a:r>
              <a:rPr lang="en-CA" dirty="0" err="1"/>
              <a:t>getCookie</a:t>
            </a:r>
            <a:r>
              <a:rPr lang="en-CA" dirty="0"/>
              <a:t>()" /&gt; &lt;input type="button" value="Clear" 	</a:t>
            </a:r>
            <a:r>
              <a:rPr lang="en-CA" dirty="0" err="1"/>
              <a:t>onclick</a:t>
            </a:r>
            <a:r>
              <a:rPr lang="en-CA" dirty="0"/>
              <a:t>="</a:t>
            </a:r>
            <a:r>
              <a:rPr lang="en-CA" dirty="0" err="1"/>
              <a:t>clearTextBoxes</a:t>
            </a:r>
            <a:r>
              <a:rPr lang="en-CA" dirty="0"/>
              <a:t>()" /&gt; &lt;/td&gt; &lt;/</a:t>
            </a:r>
            <a:r>
              <a:rPr lang="en-CA" dirty="0" err="1"/>
              <a:t>tr</a:t>
            </a:r>
            <a:r>
              <a:rPr lang="en-CA" dirty="0"/>
              <a:t>&gt; </a:t>
            </a:r>
          </a:p>
          <a:p>
            <a:pPr marL="0" indent="0">
              <a:buNone/>
            </a:pPr>
            <a:r>
              <a:rPr lang="en-CA" dirty="0"/>
              <a:t>&lt;/table&gt;</a:t>
            </a:r>
          </a:p>
          <a:p>
            <a:pPr marL="0" indent="0">
              <a:buNone/>
            </a:pPr>
            <a:r>
              <a:rPr lang="en-CA" dirty="0"/>
              <a:t>&lt;/body&gt;&lt;/html&gt;</a:t>
            </a:r>
          </a:p>
        </p:txBody>
      </p:sp>
    </p:spTree>
    <p:extLst>
      <p:ext uri="{BB962C8B-B14F-4D97-AF65-F5344CB8AC3E}">
        <p14:creationId xmlns:p14="http://schemas.microsoft.com/office/powerpoint/2010/main" val="3057768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Example (JavaScript)</a:t>
            </a:r>
          </a:p>
        </p:txBody>
      </p:sp>
      <p:sp>
        <p:nvSpPr>
          <p:cNvPr id="3" name="Content Placeholder 2"/>
          <p:cNvSpPr>
            <a:spLocks noGrp="1"/>
          </p:cNvSpPr>
          <p:nvPr>
            <p:ph idx="1"/>
          </p:nvPr>
        </p:nvSpPr>
        <p:spPr>
          <a:xfrm>
            <a:off x="677334" y="1487979"/>
            <a:ext cx="8596668" cy="4553384"/>
          </a:xfrm>
        </p:spPr>
        <p:txBody>
          <a:bodyPr>
            <a:normAutofit fontScale="92500" lnSpcReduction="20000"/>
          </a:bodyPr>
          <a:lstStyle/>
          <a:p>
            <a:pPr marL="0" indent="0">
              <a:buNone/>
            </a:pPr>
            <a:r>
              <a:rPr lang="en-CA" dirty="0"/>
              <a:t>function </a:t>
            </a:r>
            <a:r>
              <a:rPr lang="en-CA" dirty="0" err="1"/>
              <a:t>setCookie</a:t>
            </a:r>
            <a:r>
              <a:rPr lang="en-CA" dirty="0"/>
              <a:t>() { </a:t>
            </a:r>
          </a:p>
          <a:p>
            <a:pPr marL="0" indent="0">
              <a:buNone/>
            </a:pPr>
            <a:r>
              <a:rPr lang="en-CA" dirty="0"/>
              <a:t>	</a:t>
            </a:r>
            <a:r>
              <a:rPr lang="en-CA" dirty="0" err="1"/>
              <a:t>var</a:t>
            </a:r>
            <a:r>
              <a:rPr lang="en-CA" dirty="0"/>
              <a:t> </a:t>
            </a:r>
            <a:r>
              <a:rPr lang="en-CA" dirty="0" err="1"/>
              <a:t>cookieString</a:t>
            </a:r>
            <a:r>
              <a:rPr lang="en-CA" dirty="0"/>
              <a:t> = "name=" + </a:t>
            </a:r>
            <a:r>
              <a:rPr lang="en-CA" dirty="0" err="1"/>
              <a:t>document.getElementById</a:t>
            </a:r>
            <a:r>
              <a:rPr lang="en-CA" dirty="0"/>
              <a:t>("</a:t>
            </a:r>
            <a:r>
              <a:rPr lang="en-CA" dirty="0" err="1"/>
              <a:t>txtName</a:t>
            </a:r>
            <a:r>
              <a:rPr lang="en-CA" dirty="0"/>
              <a:t>").value + ";email=" + 				</a:t>
            </a:r>
            <a:r>
              <a:rPr lang="en-CA" dirty="0" err="1"/>
              <a:t>document.getElementById</a:t>
            </a:r>
            <a:r>
              <a:rPr lang="en-CA" dirty="0"/>
              <a:t>("</a:t>
            </a:r>
            <a:r>
              <a:rPr lang="en-CA" dirty="0" err="1"/>
              <a:t>txtEmail</a:t>
            </a:r>
            <a:r>
              <a:rPr lang="en-CA" dirty="0"/>
              <a:t>").value + ";gender=" + 								</a:t>
            </a:r>
            <a:r>
              <a:rPr lang="en-CA" dirty="0" err="1"/>
              <a:t>document.getElementById</a:t>
            </a:r>
            <a:r>
              <a:rPr lang="en-CA" dirty="0"/>
              <a:t>("</a:t>
            </a:r>
            <a:r>
              <a:rPr lang="en-CA" dirty="0" err="1"/>
              <a:t>txtGender</a:t>
            </a:r>
            <a:r>
              <a:rPr lang="en-CA" dirty="0"/>
              <a:t>").value; </a:t>
            </a:r>
          </a:p>
          <a:p>
            <a:pPr marL="0" indent="0">
              <a:buNone/>
            </a:pPr>
            <a:r>
              <a:rPr lang="en-CA" dirty="0"/>
              <a:t>	</a:t>
            </a:r>
            <a:r>
              <a:rPr lang="en-CA" dirty="0" err="1"/>
              <a:t>document.cookie</a:t>
            </a:r>
            <a:r>
              <a:rPr lang="en-CA" dirty="0"/>
              <a:t> = </a:t>
            </a:r>
            <a:r>
              <a:rPr lang="en-CA" dirty="0" err="1"/>
              <a:t>cookieString</a:t>
            </a:r>
            <a:r>
              <a:rPr lang="en-CA" dirty="0"/>
              <a:t>; </a:t>
            </a:r>
          </a:p>
          <a:p>
            <a:pPr marL="0" indent="0">
              <a:buNone/>
            </a:pPr>
            <a:r>
              <a:rPr lang="en-CA" dirty="0"/>
              <a:t>} </a:t>
            </a:r>
          </a:p>
          <a:p>
            <a:pPr marL="0" indent="0">
              <a:buNone/>
            </a:pPr>
            <a:r>
              <a:rPr lang="en-CA" dirty="0"/>
              <a:t>function </a:t>
            </a:r>
            <a:r>
              <a:rPr lang="en-CA" dirty="0" err="1"/>
              <a:t>getCookie</a:t>
            </a:r>
            <a:r>
              <a:rPr lang="en-CA" dirty="0"/>
              <a:t>() { </a:t>
            </a:r>
          </a:p>
          <a:p>
            <a:pPr marL="0" indent="0">
              <a:buNone/>
            </a:pPr>
            <a:r>
              <a:rPr lang="en-CA" dirty="0"/>
              <a:t>	alert(</a:t>
            </a:r>
            <a:r>
              <a:rPr lang="en-CA" dirty="0" err="1"/>
              <a:t>document.cookie</a:t>
            </a:r>
            <a:r>
              <a:rPr lang="en-CA" dirty="0"/>
              <a:t>); </a:t>
            </a:r>
          </a:p>
          <a:p>
            <a:pPr marL="0" indent="0">
              <a:buNone/>
            </a:pPr>
            <a:r>
              <a:rPr lang="en-CA" dirty="0"/>
              <a:t>} </a:t>
            </a:r>
          </a:p>
          <a:p>
            <a:pPr marL="0" indent="0">
              <a:buNone/>
            </a:pPr>
            <a:r>
              <a:rPr lang="en-CA" dirty="0"/>
              <a:t>function </a:t>
            </a:r>
            <a:r>
              <a:rPr lang="en-CA" dirty="0" err="1"/>
              <a:t>clearTextBoxes</a:t>
            </a:r>
            <a:r>
              <a:rPr lang="en-CA" dirty="0"/>
              <a:t>() { </a:t>
            </a:r>
          </a:p>
          <a:p>
            <a:pPr marL="0" indent="0">
              <a:buNone/>
            </a:pPr>
            <a:r>
              <a:rPr lang="en-CA" dirty="0"/>
              <a:t>	</a:t>
            </a:r>
            <a:r>
              <a:rPr lang="en-CA" dirty="0" err="1"/>
              <a:t>document.getElementById</a:t>
            </a:r>
            <a:r>
              <a:rPr lang="en-CA" dirty="0"/>
              <a:t>("</a:t>
            </a:r>
            <a:r>
              <a:rPr lang="en-CA" dirty="0" err="1"/>
              <a:t>txtName</a:t>
            </a:r>
            <a:r>
              <a:rPr lang="en-CA" dirty="0"/>
              <a:t>").value = ""; </a:t>
            </a:r>
          </a:p>
          <a:p>
            <a:pPr marL="0" indent="0">
              <a:buNone/>
            </a:pPr>
            <a:r>
              <a:rPr lang="en-CA" dirty="0"/>
              <a:t>	</a:t>
            </a:r>
            <a:r>
              <a:rPr lang="en-CA" dirty="0" err="1"/>
              <a:t>document.getElementById</a:t>
            </a:r>
            <a:r>
              <a:rPr lang="en-CA" dirty="0"/>
              <a:t>("</a:t>
            </a:r>
            <a:r>
              <a:rPr lang="en-CA" dirty="0" err="1"/>
              <a:t>txtEmail</a:t>
            </a:r>
            <a:r>
              <a:rPr lang="en-CA" dirty="0"/>
              <a:t>").value = ""; </a:t>
            </a:r>
          </a:p>
          <a:p>
            <a:pPr marL="0" indent="0">
              <a:buNone/>
            </a:pPr>
            <a:r>
              <a:rPr lang="en-CA" dirty="0"/>
              <a:t>	</a:t>
            </a:r>
            <a:r>
              <a:rPr lang="en-CA" dirty="0" err="1"/>
              <a:t>document.getElementById</a:t>
            </a:r>
            <a:r>
              <a:rPr lang="en-CA" dirty="0"/>
              <a:t>("</a:t>
            </a:r>
            <a:r>
              <a:rPr lang="en-CA" dirty="0" err="1"/>
              <a:t>txtGender</a:t>
            </a:r>
            <a:r>
              <a:rPr lang="en-CA" dirty="0"/>
              <a:t>").value = ""; </a:t>
            </a:r>
          </a:p>
          <a:p>
            <a:pPr marL="0" indent="0">
              <a:buNone/>
            </a:pPr>
            <a:r>
              <a:rPr lang="en-CA" dirty="0"/>
              <a:t>}</a:t>
            </a:r>
          </a:p>
        </p:txBody>
      </p:sp>
    </p:spTree>
    <p:extLst>
      <p:ext uri="{BB962C8B-B14F-4D97-AF65-F5344CB8AC3E}">
        <p14:creationId xmlns:p14="http://schemas.microsoft.com/office/powerpoint/2010/main" val="1679827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Running the Example</a:t>
            </a:r>
          </a:p>
        </p:txBody>
      </p:sp>
      <p:sp>
        <p:nvSpPr>
          <p:cNvPr id="3" name="Content Placeholder 2"/>
          <p:cNvSpPr>
            <a:spLocks noGrp="1"/>
          </p:cNvSpPr>
          <p:nvPr>
            <p:ph idx="1"/>
          </p:nvPr>
        </p:nvSpPr>
        <p:spPr>
          <a:xfrm>
            <a:off x="677334" y="1579417"/>
            <a:ext cx="8596668" cy="4461945"/>
          </a:xfrm>
        </p:spPr>
        <p:txBody>
          <a:bodyPr>
            <a:normAutofit/>
          </a:bodyPr>
          <a:lstStyle/>
          <a:p>
            <a:r>
              <a:rPr lang="en-CA" dirty="0"/>
              <a:t>Run the application. </a:t>
            </a:r>
          </a:p>
          <a:p>
            <a:pPr lvl="1"/>
            <a:r>
              <a:rPr lang="en-CA" dirty="0"/>
              <a:t>Fill in data for Name, Email and Gender. </a:t>
            </a:r>
          </a:p>
          <a:p>
            <a:pPr lvl="1"/>
            <a:r>
              <a:rPr lang="en-CA" dirty="0"/>
              <a:t>Click "Set Cookie" button </a:t>
            </a:r>
          </a:p>
          <a:p>
            <a:pPr lvl="1"/>
            <a:r>
              <a:rPr lang="en-CA" dirty="0"/>
              <a:t>Click "Get Cookie" button </a:t>
            </a:r>
          </a:p>
          <a:p>
            <a:r>
              <a:rPr lang="en-CA" dirty="0"/>
              <a:t>Notice that we only get the first key-value pair. </a:t>
            </a:r>
          </a:p>
          <a:p>
            <a:r>
              <a:rPr lang="en-CA" dirty="0"/>
              <a:t>This is because you can only store one key-value pair in one cookie name=Ronald </a:t>
            </a:r>
          </a:p>
          <a:p>
            <a:r>
              <a:rPr lang="en-CA" dirty="0"/>
              <a:t>If you want to store all the 3 key-value pairs, you have 2 options:</a:t>
            </a:r>
          </a:p>
          <a:p>
            <a:pPr lvl="1"/>
            <a:r>
              <a:rPr lang="en-CA" dirty="0"/>
              <a:t>Create a custom object, serialize the object to a JSON string and store the serialized string in a cookie </a:t>
            </a:r>
          </a:p>
          <a:p>
            <a:pPr lvl="1"/>
            <a:r>
              <a:rPr lang="en-CA" dirty="0"/>
              <a:t>Use a different cookie for each key-value pair you want to store</a:t>
            </a:r>
          </a:p>
        </p:txBody>
      </p:sp>
    </p:spTree>
    <p:extLst>
      <p:ext uri="{BB962C8B-B14F-4D97-AF65-F5344CB8AC3E}">
        <p14:creationId xmlns:p14="http://schemas.microsoft.com/office/powerpoint/2010/main" val="3198955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Create a custom object, serialize the object to a JSON string and store the serialized string in a cookie</a:t>
            </a:r>
          </a:p>
        </p:txBody>
      </p:sp>
      <p:sp>
        <p:nvSpPr>
          <p:cNvPr id="3" name="Content Placeholder 2"/>
          <p:cNvSpPr>
            <a:spLocks noGrp="1"/>
          </p:cNvSpPr>
          <p:nvPr>
            <p:ph idx="1"/>
          </p:nvPr>
        </p:nvSpPr>
        <p:spPr>
          <a:xfrm>
            <a:off x="677334" y="2352502"/>
            <a:ext cx="8596668" cy="3688860"/>
          </a:xfrm>
        </p:spPr>
        <p:txBody>
          <a:bodyPr/>
          <a:lstStyle/>
          <a:p>
            <a:r>
              <a:rPr lang="en-CA" dirty="0"/>
              <a:t>Modify the code in </a:t>
            </a:r>
            <a:r>
              <a:rPr lang="en-CA" dirty="0" err="1"/>
              <a:t>setCookie</a:t>
            </a:r>
            <a:r>
              <a:rPr lang="en-CA" dirty="0"/>
              <a:t>() function as shown:</a:t>
            </a:r>
          </a:p>
          <a:p>
            <a:pPr marL="400050" lvl="1" indent="0">
              <a:buNone/>
            </a:pPr>
            <a:r>
              <a:rPr lang="en-CA" sz="1800" dirty="0"/>
              <a:t>function </a:t>
            </a:r>
            <a:r>
              <a:rPr lang="en-CA" sz="1800" dirty="0" err="1"/>
              <a:t>setCookie</a:t>
            </a:r>
            <a:r>
              <a:rPr lang="en-CA" sz="1800" dirty="0"/>
              <a:t>() { </a:t>
            </a:r>
          </a:p>
          <a:p>
            <a:pPr marL="800100" lvl="2" indent="0">
              <a:buNone/>
            </a:pPr>
            <a:r>
              <a:rPr lang="en-CA" sz="1800" dirty="0"/>
              <a:t>	</a:t>
            </a:r>
            <a:r>
              <a:rPr lang="en-CA" sz="1800" dirty="0" err="1"/>
              <a:t>var</a:t>
            </a:r>
            <a:r>
              <a:rPr lang="en-CA" sz="1800" dirty="0"/>
              <a:t> </a:t>
            </a:r>
            <a:r>
              <a:rPr lang="en-CA" sz="1800" dirty="0" err="1"/>
              <a:t>customObject</a:t>
            </a:r>
            <a:r>
              <a:rPr lang="en-CA" sz="1800" dirty="0"/>
              <a:t> = {}; </a:t>
            </a:r>
          </a:p>
          <a:p>
            <a:pPr marL="800100" lvl="2" indent="0">
              <a:buNone/>
            </a:pPr>
            <a:r>
              <a:rPr lang="en-CA" sz="1800" dirty="0"/>
              <a:t>	customObject.name = </a:t>
            </a:r>
            <a:r>
              <a:rPr lang="en-CA" sz="1800" dirty="0" err="1"/>
              <a:t>document.getElementById</a:t>
            </a:r>
            <a:r>
              <a:rPr lang="en-CA" sz="1800" dirty="0"/>
              <a:t>("</a:t>
            </a:r>
            <a:r>
              <a:rPr lang="en-CA" sz="1800" dirty="0" err="1"/>
              <a:t>txtName</a:t>
            </a:r>
            <a:r>
              <a:rPr lang="en-CA" sz="1800" dirty="0"/>
              <a:t>").value; </a:t>
            </a:r>
          </a:p>
          <a:p>
            <a:pPr marL="800100" lvl="2" indent="0">
              <a:buNone/>
            </a:pPr>
            <a:r>
              <a:rPr lang="en-CA" sz="1800" dirty="0"/>
              <a:t>	</a:t>
            </a:r>
            <a:r>
              <a:rPr lang="en-CA" sz="1800" dirty="0" err="1"/>
              <a:t>customObject.email</a:t>
            </a:r>
            <a:r>
              <a:rPr lang="en-CA" sz="1800" dirty="0"/>
              <a:t> = </a:t>
            </a:r>
            <a:r>
              <a:rPr lang="en-CA" sz="1800" dirty="0" err="1"/>
              <a:t>document.getElementById</a:t>
            </a:r>
            <a:r>
              <a:rPr lang="en-CA" sz="1800" dirty="0"/>
              <a:t>("</a:t>
            </a:r>
            <a:r>
              <a:rPr lang="en-CA" sz="1800" dirty="0" err="1"/>
              <a:t>txtEmail</a:t>
            </a:r>
            <a:r>
              <a:rPr lang="en-CA" sz="1800" dirty="0"/>
              <a:t>").value; </a:t>
            </a:r>
          </a:p>
          <a:p>
            <a:pPr marL="800100" lvl="2" indent="0">
              <a:buNone/>
            </a:pPr>
            <a:r>
              <a:rPr lang="en-CA" sz="1800" dirty="0"/>
              <a:t>	</a:t>
            </a:r>
            <a:r>
              <a:rPr lang="en-CA" sz="1800" dirty="0" err="1"/>
              <a:t>customObject.gender</a:t>
            </a:r>
            <a:r>
              <a:rPr lang="en-CA" sz="1800" dirty="0"/>
              <a:t> = </a:t>
            </a:r>
            <a:r>
              <a:rPr lang="en-CA" sz="1800" dirty="0" err="1"/>
              <a:t>document.getElementById</a:t>
            </a:r>
            <a:r>
              <a:rPr lang="en-CA" sz="1800" dirty="0"/>
              <a:t>("</a:t>
            </a:r>
            <a:r>
              <a:rPr lang="en-CA" sz="1800" dirty="0" err="1"/>
              <a:t>txtGender</a:t>
            </a:r>
            <a:r>
              <a:rPr lang="en-CA" sz="1800" dirty="0"/>
              <a:t>").value; </a:t>
            </a:r>
          </a:p>
          <a:p>
            <a:pPr marL="800100" lvl="2" indent="0">
              <a:buNone/>
            </a:pPr>
            <a:r>
              <a:rPr lang="en-CA" sz="1800" dirty="0"/>
              <a:t>	</a:t>
            </a:r>
            <a:r>
              <a:rPr lang="en-CA" sz="1800" dirty="0" err="1"/>
              <a:t>var</a:t>
            </a:r>
            <a:r>
              <a:rPr lang="en-CA" sz="1800" dirty="0"/>
              <a:t> </a:t>
            </a:r>
            <a:r>
              <a:rPr lang="en-CA" sz="1800" dirty="0" err="1"/>
              <a:t>jsonString</a:t>
            </a:r>
            <a:r>
              <a:rPr lang="en-CA" sz="1800" dirty="0"/>
              <a:t> = </a:t>
            </a:r>
            <a:r>
              <a:rPr lang="en-CA" sz="1800" dirty="0" err="1"/>
              <a:t>JSON.stringify</a:t>
            </a:r>
            <a:r>
              <a:rPr lang="en-CA" sz="1800" dirty="0"/>
              <a:t>(</a:t>
            </a:r>
            <a:r>
              <a:rPr lang="en-CA" sz="1800" dirty="0" err="1"/>
              <a:t>customObject</a:t>
            </a:r>
            <a:r>
              <a:rPr lang="en-CA" sz="1800" dirty="0"/>
              <a:t>); </a:t>
            </a:r>
          </a:p>
          <a:p>
            <a:pPr marL="800100" lvl="2" indent="0">
              <a:buNone/>
            </a:pPr>
            <a:r>
              <a:rPr lang="en-CA" sz="1800" dirty="0"/>
              <a:t>	</a:t>
            </a:r>
            <a:r>
              <a:rPr lang="en-CA" sz="1800" dirty="0" err="1"/>
              <a:t>document.cookie</a:t>
            </a:r>
            <a:r>
              <a:rPr lang="en-CA" sz="1800" dirty="0"/>
              <a:t> = "</a:t>
            </a:r>
            <a:r>
              <a:rPr lang="en-CA" sz="1800" dirty="0" err="1"/>
              <a:t>cookieObject</a:t>
            </a:r>
            <a:r>
              <a:rPr lang="en-CA" sz="1800" dirty="0"/>
              <a:t>=" + </a:t>
            </a:r>
            <a:r>
              <a:rPr lang="en-CA" sz="1800" dirty="0" err="1"/>
              <a:t>jsonString</a:t>
            </a:r>
            <a:r>
              <a:rPr lang="en-CA" sz="1800" dirty="0"/>
              <a:t>; </a:t>
            </a:r>
          </a:p>
          <a:p>
            <a:pPr marL="400050" lvl="1" indent="0">
              <a:buNone/>
            </a:pPr>
            <a:r>
              <a:rPr lang="en-CA" sz="1800" dirty="0"/>
              <a:t>}</a:t>
            </a:r>
          </a:p>
          <a:p>
            <a:endParaRPr lang="en-CA" dirty="0"/>
          </a:p>
        </p:txBody>
      </p:sp>
    </p:spTree>
    <p:extLst>
      <p:ext uri="{BB962C8B-B14F-4D97-AF65-F5344CB8AC3E}">
        <p14:creationId xmlns:p14="http://schemas.microsoft.com/office/powerpoint/2010/main" val="2767403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r>
              <a:rPr lang="en-CA" dirty="0"/>
              <a:t>Modify the code in </a:t>
            </a:r>
            <a:r>
              <a:rPr lang="en-CA" dirty="0" err="1"/>
              <a:t>getCookie</a:t>
            </a:r>
            <a:r>
              <a:rPr lang="en-CA" dirty="0"/>
              <a:t>() function as shown:</a:t>
            </a:r>
          </a:p>
          <a:p>
            <a:pPr marL="400050" lvl="1" indent="0">
              <a:buNone/>
            </a:pPr>
            <a:r>
              <a:rPr lang="en-CA" sz="1800" dirty="0"/>
              <a:t>function </a:t>
            </a:r>
            <a:r>
              <a:rPr lang="en-CA" sz="1800" dirty="0" err="1"/>
              <a:t>getCookie</a:t>
            </a:r>
            <a:r>
              <a:rPr lang="en-CA" sz="1800" dirty="0"/>
              <a:t>() { </a:t>
            </a:r>
          </a:p>
          <a:p>
            <a:pPr marL="800100" lvl="2" indent="0">
              <a:buNone/>
            </a:pPr>
            <a:r>
              <a:rPr lang="en-CA" sz="1800" dirty="0" err="1"/>
              <a:t>var</a:t>
            </a:r>
            <a:r>
              <a:rPr lang="en-CA" sz="1800" dirty="0"/>
              <a:t> </a:t>
            </a:r>
            <a:r>
              <a:rPr lang="en-CA" sz="1800" dirty="0" err="1"/>
              <a:t>nameValueArray</a:t>
            </a:r>
            <a:r>
              <a:rPr lang="en-CA" sz="1800" dirty="0"/>
              <a:t> = </a:t>
            </a:r>
            <a:r>
              <a:rPr lang="en-CA" sz="1800" dirty="0" err="1"/>
              <a:t>document.cookie.split</a:t>
            </a:r>
            <a:r>
              <a:rPr lang="en-CA" sz="1800" dirty="0"/>
              <a:t>("="); </a:t>
            </a:r>
          </a:p>
          <a:p>
            <a:pPr marL="800100" lvl="2" indent="0">
              <a:buNone/>
            </a:pPr>
            <a:r>
              <a:rPr lang="en-CA" sz="1800" dirty="0" err="1"/>
              <a:t>var</a:t>
            </a:r>
            <a:r>
              <a:rPr lang="en-CA" sz="1800" dirty="0"/>
              <a:t> </a:t>
            </a:r>
            <a:r>
              <a:rPr lang="en-CA" sz="1800" dirty="0" err="1"/>
              <a:t>customObject</a:t>
            </a:r>
            <a:r>
              <a:rPr lang="en-CA" sz="1800" dirty="0"/>
              <a:t> = </a:t>
            </a:r>
            <a:r>
              <a:rPr lang="en-CA" sz="1800" dirty="0" err="1"/>
              <a:t>JSON.parse</a:t>
            </a:r>
            <a:r>
              <a:rPr lang="en-CA" sz="1800" dirty="0"/>
              <a:t>(</a:t>
            </a:r>
            <a:r>
              <a:rPr lang="en-CA" sz="1800" dirty="0" err="1"/>
              <a:t>nameValueArray</a:t>
            </a:r>
            <a:r>
              <a:rPr lang="en-CA" sz="1800" dirty="0"/>
              <a:t>[1]); </a:t>
            </a:r>
          </a:p>
          <a:p>
            <a:pPr marL="800100" lvl="2" indent="0">
              <a:buNone/>
            </a:pPr>
            <a:r>
              <a:rPr lang="en-CA" sz="1800" dirty="0" err="1"/>
              <a:t>document.getElementById</a:t>
            </a:r>
            <a:r>
              <a:rPr lang="en-CA" sz="1800" dirty="0"/>
              <a:t>("</a:t>
            </a:r>
            <a:r>
              <a:rPr lang="en-CA" sz="1800" dirty="0" err="1"/>
              <a:t>txtName</a:t>
            </a:r>
            <a:r>
              <a:rPr lang="en-CA" sz="1800" dirty="0"/>
              <a:t>").value = customObject.name; </a:t>
            </a:r>
          </a:p>
          <a:p>
            <a:pPr marL="800100" lvl="2" indent="0">
              <a:buNone/>
            </a:pPr>
            <a:r>
              <a:rPr lang="en-CA" sz="1800" dirty="0" err="1"/>
              <a:t>document.getElementById</a:t>
            </a:r>
            <a:r>
              <a:rPr lang="en-CA" sz="1800" dirty="0"/>
              <a:t>("</a:t>
            </a:r>
            <a:r>
              <a:rPr lang="en-CA" sz="1800" dirty="0" err="1"/>
              <a:t>txtEmail</a:t>
            </a:r>
            <a:r>
              <a:rPr lang="en-CA" sz="1800" dirty="0"/>
              <a:t>").value = </a:t>
            </a:r>
            <a:r>
              <a:rPr lang="en-CA" sz="1800" dirty="0" err="1"/>
              <a:t>customObject.email</a:t>
            </a:r>
            <a:r>
              <a:rPr lang="en-CA" sz="1800" dirty="0"/>
              <a:t>; </a:t>
            </a:r>
          </a:p>
          <a:p>
            <a:pPr marL="800100" lvl="2" indent="0">
              <a:buNone/>
            </a:pPr>
            <a:r>
              <a:rPr lang="en-CA" sz="1800" dirty="0" err="1"/>
              <a:t>document.getElementById</a:t>
            </a:r>
            <a:r>
              <a:rPr lang="en-CA" sz="1800" dirty="0"/>
              <a:t>("</a:t>
            </a:r>
            <a:r>
              <a:rPr lang="en-CA" sz="1800" dirty="0" err="1"/>
              <a:t>txtGender</a:t>
            </a:r>
            <a:r>
              <a:rPr lang="en-CA" sz="1800" dirty="0"/>
              <a:t>").value = </a:t>
            </a:r>
            <a:r>
              <a:rPr lang="en-CA" sz="1800" dirty="0" err="1"/>
              <a:t>customObject.gender</a:t>
            </a:r>
            <a:r>
              <a:rPr lang="en-CA" sz="1800" dirty="0"/>
              <a:t>; </a:t>
            </a:r>
          </a:p>
          <a:p>
            <a:pPr marL="400050" lvl="1" indent="0">
              <a:buNone/>
            </a:pPr>
            <a:r>
              <a:rPr lang="en-CA" sz="1800" dirty="0"/>
              <a:t>} </a:t>
            </a:r>
            <a:br>
              <a:rPr lang="en-CA" dirty="0"/>
            </a:br>
            <a:endParaRPr lang="en-CA" dirty="0"/>
          </a:p>
        </p:txBody>
      </p:sp>
    </p:spTree>
    <p:extLst>
      <p:ext uri="{BB962C8B-B14F-4D97-AF65-F5344CB8AC3E}">
        <p14:creationId xmlns:p14="http://schemas.microsoft.com/office/powerpoint/2010/main" val="4074782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r>
              <a:rPr lang="en-CA" dirty="0"/>
              <a:t>When we click "Set Cookie" button we want to store the following 3 key-value pairs in 3 cookies</a:t>
            </a:r>
          </a:p>
          <a:p>
            <a:pPr lvl="1"/>
            <a:r>
              <a:rPr lang="en-CA" dirty="0"/>
              <a:t>name=Ronald; </a:t>
            </a:r>
          </a:p>
          <a:p>
            <a:pPr lvl="1"/>
            <a:r>
              <a:rPr lang="en-CA" dirty="0"/>
              <a:t>email=raphaelr@vaniercollege.qc.ca; </a:t>
            </a:r>
          </a:p>
          <a:p>
            <a:pPr lvl="1"/>
            <a:r>
              <a:rPr lang="en-CA" dirty="0"/>
              <a:t>gender=Male; </a:t>
            </a:r>
          </a:p>
          <a:p>
            <a:r>
              <a:rPr lang="en-CA" dirty="0"/>
              <a:t>When we click "Get Cookie" button we want to retrieve all the 3 key-value pairs from the 3 cookies</a:t>
            </a:r>
          </a:p>
        </p:txBody>
      </p:sp>
    </p:spTree>
    <p:extLst>
      <p:ext uri="{BB962C8B-B14F-4D97-AF65-F5344CB8AC3E}">
        <p14:creationId xmlns:p14="http://schemas.microsoft.com/office/powerpoint/2010/main" val="1555068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Modify the code in </a:t>
            </a:r>
            <a:r>
              <a:rPr lang="en-CA" dirty="0" err="1"/>
              <a:t>setCookie</a:t>
            </a:r>
            <a:r>
              <a:rPr lang="en-CA" dirty="0"/>
              <a:t>() function</a:t>
            </a:r>
          </a:p>
        </p:txBody>
      </p:sp>
      <p:sp>
        <p:nvSpPr>
          <p:cNvPr id="3" name="Content Placeholder 2"/>
          <p:cNvSpPr>
            <a:spLocks noGrp="1"/>
          </p:cNvSpPr>
          <p:nvPr>
            <p:ph idx="1"/>
          </p:nvPr>
        </p:nvSpPr>
        <p:spPr/>
        <p:txBody>
          <a:bodyPr>
            <a:noAutofit/>
          </a:bodyPr>
          <a:lstStyle/>
          <a:p>
            <a:pPr marL="400050" lvl="1" indent="0">
              <a:buNone/>
            </a:pPr>
            <a:r>
              <a:rPr lang="en-CA" sz="1800" dirty="0"/>
              <a:t>function </a:t>
            </a:r>
            <a:r>
              <a:rPr lang="en-CA" sz="1800" dirty="0" err="1"/>
              <a:t>setCookie</a:t>
            </a:r>
            <a:r>
              <a:rPr lang="en-CA" sz="1800" dirty="0"/>
              <a:t>() { </a:t>
            </a:r>
          </a:p>
          <a:p>
            <a:pPr marL="800100" lvl="2" indent="0">
              <a:buNone/>
            </a:pPr>
            <a:r>
              <a:rPr lang="en-CA" sz="1700" dirty="0" err="1"/>
              <a:t>document.cookie</a:t>
            </a:r>
            <a:r>
              <a:rPr lang="en-CA" sz="1700" dirty="0"/>
              <a:t> = "name=" + </a:t>
            </a:r>
            <a:r>
              <a:rPr lang="en-CA" sz="1700" dirty="0" err="1"/>
              <a:t>document.getElementById</a:t>
            </a:r>
            <a:r>
              <a:rPr lang="en-CA" sz="1700" dirty="0"/>
              <a:t>("</a:t>
            </a:r>
            <a:r>
              <a:rPr lang="en-CA" sz="1700" dirty="0" err="1"/>
              <a:t>txtName</a:t>
            </a:r>
            <a:r>
              <a:rPr lang="en-CA" sz="1700" dirty="0"/>
              <a:t>").value; </a:t>
            </a:r>
          </a:p>
          <a:p>
            <a:pPr marL="800100" lvl="2" indent="0">
              <a:buNone/>
            </a:pPr>
            <a:r>
              <a:rPr lang="en-CA" sz="1700" dirty="0" err="1"/>
              <a:t>document.cookie</a:t>
            </a:r>
            <a:r>
              <a:rPr lang="en-CA" sz="1700" dirty="0"/>
              <a:t> = "email=" + </a:t>
            </a:r>
            <a:r>
              <a:rPr lang="en-CA" sz="1700" dirty="0" err="1"/>
              <a:t>document.getElementById</a:t>
            </a:r>
            <a:r>
              <a:rPr lang="en-CA" sz="1700" dirty="0"/>
              <a:t>("</a:t>
            </a:r>
            <a:r>
              <a:rPr lang="en-CA" sz="1700" dirty="0" err="1"/>
              <a:t>txtEmail</a:t>
            </a:r>
            <a:r>
              <a:rPr lang="en-CA" sz="1700" dirty="0"/>
              <a:t>").value; </a:t>
            </a:r>
          </a:p>
          <a:p>
            <a:pPr marL="800100" lvl="2" indent="0">
              <a:buNone/>
            </a:pPr>
            <a:r>
              <a:rPr lang="en-CA" sz="1700" dirty="0" err="1"/>
              <a:t>document.cookie</a:t>
            </a:r>
            <a:r>
              <a:rPr lang="en-CA" sz="1700" dirty="0"/>
              <a:t> = "gender=" + </a:t>
            </a:r>
            <a:r>
              <a:rPr lang="en-CA" sz="1700" dirty="0" err="1"/>
              <a:t>document.getElementById</a:t>
            </a:r>
            <a:r>
              <a:rPr lang="en-CA" sz="1700" dirty="0"/>
              <a:t>("</a:t>
            </a:r>
            <a:r>
              <a:rPr lang="en-CA" sz="1700" dirty="0" err="1"/>
              <a:t>txtGender</a:t>
            </a:r>
            <a:r>
              <a:rPr lang="en-CA" sz="1700" dirty="0"/>
              <a:t>").value;</a:t>
            </a:r>
          </a:p>
          <a:p>
            <a:pPr marL="400050" lvl="1" indent="0">
              <a:buNone/>
            </a:pPr>
            <a:r>
              <a:rPr lang="en-CA" sz="1800" dirty="0"/>
              <a:t> } </a:t>
            </a:r>
          </a:p>
          <a:p>
            <a:r>
              <a:rPr lang="en-CA" dirty="0"/>
              <a:t>The above code creates 3 cookies and stores the 3 key-value pairs. </a:t>
            </a:r>
          </a:p>
          <a:p>
            <a:r>
              <a:rPr lang="en-CA" dirty="0"/>
              <a:t>At this point </a:t>
            </a:r>
            <a:r>
              <a:rPr lang="en-CA" dirty="0" err="1"/>
              <a:t>document.cookie</a:t>
            </a:r>
            <a:r>
              <a:rPr lang="en-CA" dirty="0"/>
              <a:t> property contains the following string </a:t>
            </a:r>
          </a:p>
          <a:p>
            <a:pPr lvl="1"/>
            <a:r>
              <a:rPr lang="en-CA" sz="1700" dirty="0"/>
              <a:t>"name=Ronald; email=raphaelr@vaniercollege.qc.ca; gender=Male"</a:t>
            </a:r>
          </a:p>
        </p:txBody>
      </p:sp>
    </p:spTree>
    <p:extLst>
      <p:ext uri="{BB962C8B-B14F-4D97-AF65-F5344CB8AC3E}">
        <p14:creationId xmlns:p14="http://schemas.microsoft.com/office/powerpoint/2010/main" val="2776229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Modify the code in </a:t>
            </a:r>
            <a:r>
              <a:rPr lang="en-CA" dirty="0" err="1"/>
              <a:t>getCookie</a:t>
            </a:r>
            <a:r>
              <a:rPr lang="en-CA" dirty="0"/>
              <a:t>() function</a:t>
            </a:r>
          </a:p>
        </p:txBody>
      </p:sp>
      <p:sp>
        <p:nvSpPr>
          <p:cNvPr id="3" name="Content Placeholder 2"/>
          <p:cNvSpPr>
            <a:spLocks noGrp="1"/>
          </p:cNvSpPr>
          <p:nvPr>
            <p:ph idx="1"/>
          </p:nvPr>
        </p:nvSpPr>
        <p:spPr>
          <a:xfrm>
            <a:off x="677334" y="1421476"/>
            <a:ext cx="8596668" cy="5112327"/>
          </a:xfrm>
        </p:spPr>
        <p:txBody>
          <a:bodyPr>
            <a:noAutofit/>
          </a:bodyPr>
          <a:lstStyle/>
          <a:p>
            <a:pPr marL="0" indent="0">
              <a:spcBef>
                <a:spcPts val="600"/>
              </a:spcBef>
              <a:buNone/>
            </a:pPr>
            <a:r>
              <a:rPr lang="en-CA" sz="1400" dirty="0"/>
              <a:t>function </a:t>
            </a:r>
            <a:r>
              <a:rPr lang="en-CA" sz="1400" dirty="0" err="1"/>
              <a:t>getCookie</a:t>
            </a:r>
            <a:r>
              <a:rPr lang="en-CA" sz="1400" dirty="0"/>
              <a:t>() { </a:t>
            </a:r>
          </a:p>
          <a:p>
            <a:pPr marL="0" indent="0">
              <a:spcBef>
                <a:spcPts val="600"/>
              </a:spcBef>
              <a:buNone/>
            </a:pPr>
            <a:r>
              <a:rPr lang="en-CA" sz="1400" dirty="0"/>
              <a:t>	if (</a:t>
            </a:r>
            <a:r>
              <a:rPr lang="en-CA" sz="1400" dirty="0" err="1"/>
              <a:t>document.cookie.length</a:t>
            </a:r>
            <a:r>
              <a:rPr lang="en-CA" sz="1400" dirty="0"/>
              <a:t> != 0) { </a:t>
            </a:r>
          </a:p>
          <a:p>
            <a:pPr marL="0" indent="0">
              <a:spcBef>
                <a:spcPts val="600"/>
              </a:spcBef>
              <a:buNone/>
            </a:pPr>
            <a:r>
              <a:rPr lang="en-CA" sz="1400" dirty="0"/>
              <a:t>		</a:t>
            </a:r>
            <a:r>
              <a:rPr lang="en-CA" sz="1400" dirty="0" err="1"/>
              <a:t>var</a:t>
            </a:r>
            <a:r>
              <a:rPr lang="en-CA" sz="1400" dirty="0"/>
              <a:t> </a:t>
            </a:r>
            <a:r>
              <a:rPr lang="en-CA" sz="1400" dirty="0" err="1"/>
              <a:t>cookiesArray</a:t>
            </a:r>
            <a:r>
              <a:rPr lang="en-CA" sz="1400" dirty="0"/>
              <a:t> = </a:t>
            </a:r>
            <a:r>
              <a:rPr lang="en-CA" sz="1400" dirty="0" err="1"/>
              <a:t>document.cookie.split</a:t>
            </a:r>
            <a:r>
              <a:rPr lang="en-CA" sz="1400" dirty="0"/>
              <a:t>("; "); </a:t>
            </a:r>
          </a:p>
          <a:p>
            <a:pPr marL="0" indent="0">
              <a:spcBef>
                <a:spcPts val="600"/>
              </a:spcBef>
              <a:buNone/>
            </a:pPr>
            <a:r>
              <a:rPr lang="en-CA" sz="1400" dirty="0"/>
              <a:t>		for (</a:t>
            </a:r>
            <a:r>
              <a:rPr lang="en-CA" sz="1400" dirty="0" err="1"/>
              <a:t>var</a:t>
            </a:r>
            <a:r>
              <a:rPr lang="en-CA" sz="1400" dirty="0"/>
              <a:t> </a:t>
            </a:r>
            <a:r>
              <a:rPr lang="en-CA" sz="1400" dirty="0" err="1"/>
              <a:t>i</a:t>
            </a:r>
            <a:r>
              <a:rPr lang="en-CA" sz="1400" dirty="0"/>
              <a:t> = 0; </a:t>
            </a:r>
            <a:r>
              <a:rPr lang="en-CA" sz="1400" dirty="0" err="1"/>
              <a:t>i</a:t>
            </a:r>
            <a:r>
              <a:rPr lang="en-CA" sz="1400" dirty="0"/>
              <a:t> &lt; </a:t>
            </a:r>
            <a:r>
              <a:rPr lang="en-CA" sz="1400" dirty="0" err="1"/>
              <a:t>cookiesArray.length</a:t>
            </a:r>
            <a:r>
              <a:rPr lang="en-CA" sz="1400" dirty="0"/>
              <a:t>; </a:t>
            </a:r>
            <a:r>
              <a:rPr lang="en-CA" sz="1400" dirty="0" err="1"/>
              <a:t>i</a:t>
            </a:r>
            <a:r>
              <a:rPr lang="en-CA" sz="1400" dirty="0"/>
              <a:t>++) { </a:t>
            </a:r>
          </a:p>
          <a:p>
            <a:pPr marL="0" indent="0">
              <a:spcBef>
                <a:spcPts val="600"/>
              </a:spcBef>
              <a:buNone/>
            </a:pPr>
            <a:r>
              <a:rPr lang="en-CA" sz="1400" dirty="0"/>
              <a:t>			</a:t>
            </a:r>
            <a:r>
              <a:rPr lang="en-CA" sz="1400" dirty="0" err="1"/>
              <a:t>var</a:t>
            </a:r>
            <a:r>
              <a:rPr lang="en-CA" sz="1400" dirty="0"/>
              <a:t> </a:t>
            </a:r>
            <a:r>
              <a:rPr lang="en-CA" sz="1400" dirty="0" err="1"/>
              <a:t>nameValueArray</a:t>
            </a:r>
            <a:r>
              <a:rPr lang="en-CA" sz="1400" dirty="0"/>
              <a:t> = </a:t>
            </a:r>
            <a:r>
              <a:rPr lang="en-CA" sz="1400" dirty="0" err="1"/>
              <a:t>cookiesArray</a:t>
            </a:r>
            <a:r>
              <a:rPr lang="en-CA" sz="1400" dirty="0"/>
              <a:t>[</a:t>
            </a:r>
            <a:r>
              <a:rPr lang="en-CA" sz="1400" dirty="0" err="1"/>
              <a:t>i</a:t>
            </a:r>
            <a:r>
              <a:rPr lang="en-CA" sz="1400" dirty="0"/>
              <a:t>].split("="); </a:t>
            </a:r>
          </a:p>
          <a:p>
            <a:pPr marL="0" indent="0">
              <a:spcBef>
                <a:spcPts val="600"/>
              </a:spcBef>
              <a:buNone/>
            </a:pPr>
            <a:r>
              <a:rPr lang="en-CA" sz="1400" dirty="0"/>
              <a:t>			if (</a:t>
            </a:r>
            <a:r>
              <a:rPr lang="en-CA" sz="1400" dirty="0" err="1"/>
              <a:t>nameValueArray</a:t>
            </a:r>
            <a:r>
              <a:rPr lang="en-CA" sz="1400" dirty="0"/>
              <a:t>[0] == "name") { </a:t>
            </a:r>
          </a:p>
          <a:p>
            <a:pPr marL="0" indent="0">
              <a:spcBef>
                <a:spcPts val="600"/>
              </a:spcBef>
              <a:buNone/>
            </a:pPr>
            <a:r>
              <a:rPr lang="en-CA" sz="1400" dirty="0"/>
              <a:t>				</a:t>
            </a:r>
            <a:r>
              <a:rPr lang="en-CA" sz="1400" dirty="0" err="1"/>
              <a:t>document.getElementById</a:t>
            </a:r>
            <a:r>
              <a:rPr lang="en-CA" sz="1400" dirty="0"/>
              <a:t>("</a:t>
            </a:r>
            <a:r>
              <a:rPr lang="en-CA" sz="1400" dirty="0" err="1"/>
              <a:t>txtName</a:t>
            </a:r>
            <a:r>
              <a:rPr lang="en-CA" sz="1400" dirty="0"/>
              <a:t>").value = </a:t>
            </a:r>
            <a:r>
              <a:rPr lang="en-CA" sz="1400" dirty="0" err="1"/>
              <a:t>nameValueArray</a:t>
            </a:r>
            <a:r>
              <a:rPr lang="en-CA" sz="1400" dirty="0"/>
              <a:t>[1]; </a:t>
            </a:r>
          </a:p>
          <a:p>
            <a:pPr marL="0" indent="0">
              <a:spcBef>
                <a:spcPts val="600"/>
              </a:spcBef>
              <a:buNone/>
            </a:pPr>
            <a:r>
              <a:rPr lang="en-CA" sz="1400" dirty="0"/>
              <a:t>			} else if (</a:t>
            </a:r>
            <a:r>
              <a:rPr lang="en-CA" sz="1400" dirty="0" err="1"/>
              <a:t>nameValueArray</a:t>
            </a:r>
            <a:r>
              <a:rPr lang="en-CA" sz="1400" dirty="0"/>
              <a:t>[0] == "email") { </a:t>
            </a:r>
          </a:p>
          <a:p>
            <a:pPr marL="0" indent="0">
              <a:spcBef>
                <a:spcPts val="600"/>
              </a:spcBef>
              <a:buNone/>
            </a:pPr>
            <a:r>
              <a:rPr lang="en-CA" sz="1400" dirty="0"/>
              <a:t>				</a:t>
            </a:r>
            <a:r>
              <a:rPr lang="en-CA" sz="1400" dirty="0" err="1"/>
              <a:t>document.getElementById</a:t>
            </a:r>
            <a:r>
              <a:rPr lang="en-CA" sz="1400" dirty="0"/>
              <a:t>("</a:t>
            </a:r>
            <a:r>
              <a:rPr lang="en-CA" sz="1400" dirty="0" err="1"/>
              <a:t>txtEmail</a:t>
            </a:r>
            <a:r>
              <a:rPr lang="en-CA" sz="1400" dirty="0"/>
              <a:t>").value = </a:t>
            </a:r>
            <a:r>
              <a:rPr lang="en-CA" sz="1400" dirty="0" err="1"/>
              <a:t>nameValueArray</a:t>
            </a:r>
            <a:r>
              <a:rPr lang="en-CA" sz="1400" dirty="0"/>
              <a:t>[1]; </a:t>
            </a:r>
          </a:p>
          <a:p>
            <a:pPr marL="0" indent="0">
              <a:spcBef>
                <a:spcPts val="600"/>
              </a:spcBef>
              <a:buNone/>
            </a:pPr>
            <a:r>
              <a:rPr lang="en-CA" sz="1400" dirty="0"/>
              <a:t>			} else if (</a:t>
            </a:r>
            <a:r>
              <a:rPr lang="en-CA" sz="1400" dirty="0" err="1"/>
              <a:t>nameValueArray</a:t>
            </a:r>
            <a:r>
              <a:rPr lang="en-CA" sz="1400" dirty="0"/>
              <a:t>[0] == "gender") { </a:t>
            </a:r>
          </a:p>
          <a:p>
            <a:pPr marL="0" indent="0">
              <a:spcBef>
                <a:spcPts val="600"/>
              </a:spcBef>
              <a:buNone/>
            </a:pPr>
            <a:r>
              <a:rPr lang="en-CA" sz="1400" dirty="0"/>
              <a:t>				</a:t>
            </a:r>
            <a:r>
              <a:rPr lang="en-CA" sz="1400" dirty="0" err="1"/>
              <a:t>document.getElementById</a:t>
            </a:r>
            <a:r>
              <a:rPr lang="en-CA" sz="1400" dirty="0"/>
              <a:t>("</a:t>
            </a:r>
            <a:r>
              <a:rPr lang="en-CA" sz="1400" dirty="0" err="1"/>
              <a:t>txtGender</a:t>
            </a:r>
            <a:r>
              <a:rPr lang="en-CA" sz="1400" dirty="0"/>
              <a:t>").value = </a:t>
            </a:r>
            <a:r>
              <a:rPr lang="en-CA" sz="1400" dirty="0" err="1"/>
              <a:t>nameValueArray</a:t>
            </a:r>
            <a:r>
              <a:rPr lang="en-CA" sz="1400" dirty="0"/>
              <a:t>[1];</a:t>
            </a:r>
          </a:p>
          <a:p>
            <a:pPr marL="0" indent="0">
              <a:spcBef>
                <a:spcPts val="600"/>
              </a:spcBef>
              <a:buNone/>
            </a:pPr>
            <a:r>
              <a:rPr lang="en-CA" sz="1400" dirty="0"/>
              <a:t>			} </a:t>
            </a:r>
          </a:p>
          <a:p>
            <a:pPr marL="0" indent="0">
              <a:spcBef>
                <a:spcPts val="600"/>
              </a:spcBef>
              <a:buNone/>
            </a:pPr>
            <a:r>
              <a:rPr lang="en-CA" sz="1400" dirty="0"/>
              <a:t>		} </a:t>
            </a:r>
          </a:p>
          <a:p>
            <a:pPr marL="0" indent="0">
              <a:spcBef>
                <a:spcPts val="600"/>
              </a:spcBef>
              <a:buNone/>
            </a:pPr>
            <a:r>
              <a:rPr lang="en-CA" sz="1400" dirty="0"/>
              <a:t>		} else { </a:t>
            </a:r>
          </a:p>
          <a:p>
            <a:pPr marL="0" indent="0">
              <a:spcBef>
                <a:spcPts val="600"/>
              </a:spcBef>
              <a:buNone/>
            </a:pPr>
            <a:r>
              <a:rPr lang="en-CA" sz="1400" dirty="0"/>
              <a:t>			alert("No cookies found"); </a:t>
            </a:r>
          </a:p>
          <a:p>
            <a:pPr marL="0" indent="0">
              <a:spcBef>
                <a:spcPts val="600"/>
              </a:spcBef>
              <a:buNone/>
            </a:pPr>
            <a:r>
              <a:rPr lang="en-CA" sz="1400" dirty="0"/>
              <a:t>	} </a:t>
            </a:r>
          </a:p>
          <a:p>
            <a:pPr marL="0" indent="0">
              <a:spcBef>
                <a:spcPts val="600"/>
              </a:spcBef>
              <a:buNone/>
            </a:pPr>
            <a:r>
              <a:rPr lang="en-CA" sz="1400" dirty="0"/>
              <a:t>}</a:t>
            </a:r>
          </a:p>
        </p:txBody>
      </p:sp>
    </p:spTree>
    <p:extLst>
      <p:ext uri="{BB962C8B-B14F-4D97-AF65-F5344CB8AC3E}">
        <p14:creationId xmlns:p14="http://schemas.microsoft.com/office/powerpoint/2010/main" val="3077232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Update and Delete Cookies</a:t>
            </a:r>
            <a:br>
              <a:rPr lang="en-CA" dirty="0"/>
            </a:br>
            <a:endParaRPr lang="en-CA" dirty="0"/>
          </a:p>
        </p:txBody>
      </p:sp>
      <p:sp>
        <p:nvSpPr>
          <p:cNvPr id="3" name="Content Placeholder 2"/>
          <p:cNvSpPr>
            <a:spLocks noGrp="1"/>
          </p:cNvSpPr>
          <p:nvPr>
            <p:ph idx="1"/>
          </p:nvPr>
        </p:nvSpPr>
        <p:spPr/>
        <p:txBody>
          <a:bodyPr/>
          <a:lstStyle/>
          <a:p>
            <a:r>
              <a:rPr lang="en-CA" dirty="0"/>
              <a:t>Updating a cookie </a:t>
            </a:r>
          </a:p>
          <a:p>
            <a:r>
              <a:rPr lang="en-CA" dirty="0"/>
              <a:t>Deleting a cookie </a:t>
            </a:r>
          </a:p>
          <a:p>
            <a:r>
              <a:rPr lang="en-CA" dirty="0"/>
              <a:t>Cookie limitations</a:t>
            </a:r>
          </a:p>
        </p:txBody>
      </p:sp>
    </p:spTree>
    <p:extLst>
      <p:ext uri="{BB962C8B-B14F-4D97-AF65-F5344CB8AC3E}">
        <p14:creationId xmlns:p14="http://schemas.microsoft.com/office/powerpoint/2010/main" val="2118064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Updating a cookie</a:t>
            </a:r>
          </a:p>
        </p:txBody>
      </p:sp>
      <p:sp>
        <p:nvSpPr>
          <p:cNvPr id="3" name="Content Placeholder 2"/>
          <p:cNvSpPr>
            <a:spLocks noGrp="1"/>
          </p:cNvSpPr>
          <p:nvPr>
            <p:ph idx="1"/>
          </p:nvPr>
        </p:nvSpPr>
        <p:spPr/>
        <p:txBody>
          <a:bodyPr/>
          <a:lstStyle/>
          <a:p>
            <a:r>
              <a:rPr lang="en-CA" dirty="0"/>
              <a:t>To update a cookie, set a cookie with the same name again. </a:t>
            </a:r>
          </a:p>
          <a:p>
            <a:r>
              <a:rPr lang="en-CA" dirty="0"/>
              <a:t>The following code updates the color cookie with the </a:t>
            </a:r>
            <a:r>
              <a:rPr lang="en-CA" dirty="0" err="1"/>
              <a:t>New_Color</a:t>
            </a:r>
            <a:r>
              <a:rPr lang="en-CA" dirty="0"/>
              <a:t> if a cookie with name=color exists otherwise it creates a new cookie with that name.</a:t>
            </a:r>
          </a:p>
          <a:p>
            <a:pPr lvl="1"/>
            <a:r>
              <a:rPr lang="en-CA" dirty="0"/>
              <a:t> </a:t>
            </a:r>
            <a:r>
              <a:rPr lang="en-CA" sz="1800" dirty="0" err="1"/>
              <a:t>document.cookie</a:t>
            </a:r>
            <a:r>
              <a:rPr lang="en-CA" sz="1800" dirty="0"/>
              <a:t> = "color=</a:t>
            </a:r>
            <a:r>
              <a:rPr lang="en-CA" sz="1800" dirty="0" err="1"/>
              <a:t>New_Color</a:t>
            </a:r>
            <a:r>
              <a:rPr lang="en-CA" sz="1800" dirty="0"/>
              <a:t>"; </a:t>
            </a:r>
            <a:br>
              <a:rPr lang="en-CA" dirty="0"/>
            </a:br>
            <a:endParaRPr lang="en-CA" dirty="0"/>
          </a:p>
        </p:txBody>
      </p:sp>
    </p:spTree>
    <p:extLst>
      <p:ext uri="{BB962C8B-B14F-4D97-AF65-F5344CB8AC3E}">
        <p14:creationId xmlns:p14="http://schemas.microsoft.com/office/powerpoint/2010/main" val="28397956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Deleting a cookie</a:t>
            </a:r>
          </a:p>
        </p:txBody>
      </p:sp>
      <p:sp>
        <p:nvSpPr>
          <p:cNvPr id="3" name="Content Placeholder 2"/>
          <p:cNvSpPr>
            <a:spLocks noGrp="1"/>
          </p:cNvSpPr>
          <p:nvPr>
            <p:ph idx="1"/>
          </p:nvPr>
        </p:nvSpPr>
        <p:spPr/>
        <p:txBody>
          <a:bodyPr>
            <a:normAutofit/>
          </a:bodyPr>
          <a:lstStyle/>
          <a:p>
            <a:r>
              <a:rPr lang="en-CA" dirty="0"/>
              <a:t>To delete a cookie, set a cookie with max-age attribute set to a negative value </a:t>
            </a:r>
          </a:p>
          <a:p>
            <a:pPr lvl="1"/>
            <a:r>
              <a:rPr lang="en-CA" sz="1800" dirty="0" err="1"/>
              <a:t>document.cookie</a:t>
            </a:r>
            <a:r>
              <a:rPr lang="en-CA" sz="1800" dirty="0"/>
              <a:t> = "color=</a:t>
            </a:r>
            <a:r>
              <a:rPr lang="en-CA" sz="1800" dirty="0" err="1"/>
              <a:t>red;max-age</a:t>
            </a:r>
            <a:r>
              <a:rPr lang="en-CA" sz="1800" dirty="0"/>
              <a:t>=-60"; </a:t>
            </a:r>
          </a:p>
          <a:p>
            <a:r>
              <a:rPr lang="en-CA" dirty="0"/>
              <a:t>If you are using a browser that supports expires attribute, then set the expires attribute to a date in the past. </a:t>
            </a:r>
          </a:p>
          <a:p>
            <a:pPr lvl="1"/>
            <a:r>
              <a:rPr lang="en-CA" sz="1800" dirty="0" err="1"/>
              <a:t>document.cookie</a:t>
            </a:r>
            <a:r>
              <a:rPr lang="en-CA" sz="1800" dirty="0"/>
              <a:t> = "color=</a:t>
            </a:r>
            <a:r>
              <a:rPr lang="en-CA" sz="1800" dirty="0" err="1"/>
              <a:t>red;expires</a:t>
            </a:r>
            <a:r>
              <a:rPr lang="en-CA" sz="1800" dirty="0"/>
              <a:t>=Mon, 01 Jan 1900 </a:t>
            </a:r>
            <a:r>
              <a:rPr lang="en-CA" sz="1800" dirty="0">
                <a:hlinkClick r:id="rId2"/>
              </a:rPr>
              <a:t>01:00:00</a:t>
            </a:r>
            <a:r>
              <a:rPr lang="en-CA" sz="1800" dirty="0"/>
              <a:t> UTC;"; </a:t>
            </a:r>
          </a:p>
          <a:p>
            <a:pPr lvl="1"/>
            <a:r>
              <a:rPr lang="en-CA" sz="1800" dirty="0"/>
              <a:t>Users can also use the browser interface to delete cookies anytime they want. </a:t>
            </a:r>
            <a:br>
              <a:rPr lang="en-CA" sz="1800" dirty="0"/>
            </a:br>
            <a:endParaRPr lang="en-CA" sz="1800" dirty="0"/>
          </a:p>
        </p:txBody>
      </p:sp>
    </p:spTree>
    <p:extLst>
      <p:ext uri="{BB962C8B-B14F-4D97-AF65-F5344CB8AC3E}">
        <p14:creationId xmlns:p14="http://schemas.microsoft.com/office/powerpoint/2010/main" val="27018905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Cookie limitations</a:t>
            </a:r>
          </a:p>
        </p:txBody>
      </p:sp>
      <p:sp>
        <p:nvSpPr>
          <p:cNvPr id="3" name="Content Placeholder 2"/>
          <p:cNvSpPr>
            <a:spLocks noGrp="1"/>
          </p:cNvSpPr>
          <p:nvPr>
            <p:ph idx="1"/>
          </p:nvPr>
        </p:nvSpPr>
        <p:spPr/>
        <p:txBody>
          <a:bodyPr/>
          <a:lstStyle/>
          <a:p>
            <a:r>
              <a:rPr lang="en-CA" dirty="0"/>
              <a:t>What is the maximum allowed cookie size per cookie.</a:t>
            </a:r>
          </a:p>
          <a:p>
            <a:r>
              <a:rPr lang="en-CA" dirty="0"/>
              <a:t>How many cookies are allowed per domain. </a:t>
            </a:r>
          </a:p>
          <a:p>
            <a:endParaRPr lang="en-CA" dirty="0"/>
          </a:p>
          <a:p>
            <a:r>
              <a:rPr lang="en-CA" dirty="0"/>
              <a:t>The answers to these questions really depend on the browser you are using. </a:t>
            </a:r>
          </a:p>
          <a:p>
            <a:r>
              <a:rPr lang="en-CA" dirty="0"/>
              <a:t>The following website can be used to find out what the limits are </a:t>
            </a:r>
            <a:r>
              <a:rPr lang="en-CA" dirty="0">
                <a:hlinkClick r:id="rId2"/>
              </a:rPr>
              <a:t>http://browsercookielimits.squawky.net</a:t>
            </a:r>
            <a:endParaRPr lang="en-CA" dirty="0"/>
          </a:p>
        </p:txBody>
      </p:sp>
    </p:spTree>
    <p:extLst>
      <p:ext uri="{BB962C8B-B14F-4D97-AF65-F5344CB8AC3E}">
        <p14:creationId xmlns:p14="http://schemas.microsoft.com/office/powerpoint/2010/main" val="3802993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How to check if cookies are enabled</a:t>
            </a:r>
          </a:p>
        </p:txBody>
      </p:sp>
      <p:sp>
        <p:nvSpPr>
          <p:cNvPr id="3" name="Content Placeholder 2"/>
          <p:cNvSpPr>
            <a:spLocks noGrp="1"/>
          </p:cNvSpPr>
          <p:nvPr>
            <p:ph idx="1"/>
          </p:nvPr>
        </p:nvSpPr>
        <p:spPr>
          <a:xfrm>
            <a:off x="677334" y="1612669"/>
            <a:ext cx="8596668" cy="4746566"/>
          </a:xfrm>
        </p:spPr>
        <p:txBody>
          <a:bodyPr>
            <a:normAutofit/>
          </a:bodyPr>
          <a:lstStyle/>
          <a:p>
            <a:r>
              <a:rPr lang="en-CA" dirty="0"/>
              <a:t>Most websites rely on browser cookies being enabled. </a:t>
            </a:r>
          </a:p>
          <a:p>
            <a:pPr lvl="1"/>
            <a:r>
              <a:rPr lang="en-CA" sz="1800" dirty="0"/>
              <a:t>For example, if you have disabled cookies and if you try to log into gmail.com, you will receive an error message saying - Oops! Your browser seems to have cookies disabled. Make sure cookies are enabled or try opening a new browser window. </a:t>
            </a:r>
          </a:p>
          <a:p>
            <a:r>
              <a:rPr lang="en-CA" dirty="0"/>
              <a:t>Most modern browser's support </a:t>
            </a:r>
            <a:r>
              <a:rPr lang="en-CA" dirty="0" err="1"/>
              <a:t>navigator.cookieEnabled</a:t>
            </a:r>
            <a:r>
              <a:rPr lang="en-CA" dirty="0"/>
              <a:t> property. </a:t>
            </a:r>
          </a:p>
          <a:p>
            <a:r>
              <a:rPr lang="en-CA" dirty="0"/>
              <a:t>This property returns true if cookies are enabled and false if cookies are disabled. </a:t>
            </a:r>
          </a:p>
          <a:p>
            <a:r>
              <a:rPr lang="en-CA" dirty="0"/>
              <a:t>Some old browsers don't support this property. </a:t>
            </a:r>
          </a:p>
          <a:p>
            <a:pPr lvl="1"/>
            <a:r>
              <a:rPr lang="en-CA" sz="1800" dirty="0"/>
              <a:t>For those browsers that don't support </a:t>
            </a:r>
            <a:r>
              <a:rPr lang="en-CA" sz="1800" dirty="0" err="1"/>
              <a:t>navigator.cookieEnabled</a:t>
            </a:r>
            <a:r>
              <a:rPr lang="en-CA" sz="1800" dirty="0"/>
              <a:t> property, we are setting "</a:t>
            </a:r>
            <a:r>
              <a:rPr lang="en-CA" sz="1800" dirty="0" err="1"/>
              <a:t>mytestcookie</a:t>
            </a:r>
            <a:r>
              <a:rPr lang="en-CA" sz="1800" dirty="0"/>
              <a:t>" and then reading again to make sure cookies are enabled. </a:t>
            </a:r>
          </a:p>
          <a:p>
            <a:pPr lvl="1"/>
            <a:r>
              <a:rPr lang="en-CA" sz="1800" dirty="0"/>
              <a:t>If we are not able to read "</a:t>
            </a:r>
            <a:r>
              <a:rPr lang="en-CA" sz="1800" dirty="0" err="1"/>
              <a:t>mytestcookie</a:t>
            </a:r>
            <a:r>
              <a:rPr lang="en-CA" sz="1800" dirty="0"/>
              <a:t>" then we know that cookies are disabled.</a:t>
            </a:r>
          </a:p>
        </p:txBody>
      </p:sp>
    </p:spTree>
    <p:extLst>
      <p:ext uri="{BB962C8B-B14F-4D97-AF65-F5344CB8AC3E}">
        <p14:creationId xmlns:p14="http://schemas.microsoft.com/office/powerpoint/2010/main" val="3232982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CA" dirty="0"/>
              <a:t>The following JavaScript code detects if cookies are enabled. </a:t>
            </a:r>
            <a:br>
              <a:rPr lang="en-CA" dirty="0"/>
            </a:br>
            <a:endParaRPr lang="en-CA" dirty="0"/>
          </a:p>
        </p:txBody>
      </p:sp>
      <p:sp>
        <p:nvSpPr>
          <p:cNvPr id="3" name="Content Placeholder 2"/>
          <p:cNvSpPr>
            <a:spLocks noGrp="1"/>
          </p:cNvSpPr>
          <p:nvPr>
            <p:ph idx="1"/>
          </p:nvPr>
        </p:nvSpPr>
        <p:spPr>
          <a:xfrm>
            <a:off x="407324" y="1870365"/>
            <a:ext cx="9692640" cy="4671752"/>
          </a:xfrm>
        </p:spPr>
        <p:txBody>
          <a:bodyPr>
            <a:normAutofit fontScale="92500" lnSpcReduction="10000"/>
          </a:bodyPr>
          <a:lstStyle/>
          <a:p>
            <a:r>
              <a:rPr lang="en-CA" sz="1900" dirty="0"/>
              <a:t>&lt;div id="</a:t>
            </a:r>
            <a:r>
              <a:rPr lang="en-CA" sz="1900" dirty="0" err="1"/>
              <a:t>msg</a:t>
            </a:r>
            <a:r>
              <a:rPr lang="en-CA" sz="1900" dirty="0"/>
              <a:t>“&gt;&lt;/div&gt;</a:t>
            </a:r>
          </a:p>
          <a:p>
            <a:pPr marL="0" indent="0">
              <a:spcBef>
                <a:spcPts val="600"/>
              </a:spcBef>
              <a:buNone/>
            </a:pPr>
            <a:r>
              <a:rPr lang="en-CA" sz="1900" dirty="0"/>
              <a:t>function </a:t>
            </a:r>
            <a:r>
              <a:rPr lang="en-CA" sz="1900" dirty="0" err="1"/>
              <a:t>cookiesEnabled</a:t>
            </a:r>
            <a:r>
              <a:rPr lang="en-CA" sz="1900" dirty="0"/>
              <a:t>() { </a:t>
            </a:r>
          </a:p>
          <a:p>
            <a:pPr marL="0" indent="0">
              <a:spcBef>
                <a:spcPts val="600"/>
              </a:spcBef>
              <a:buNone/>
            </a:pPr>
            <a:r>
              <a:rPr lang="en-CA" sz="1900" dirty="0"/>
              <a:t>	</a:t>
            </a:r>
            <a:r>
              <a:rPr lang="en-CA" sz="1900" dirty="0" err="1"/>
              <a:t>var</a:t>
            </a:r>
            <a:r>
              <a:rPr lang="en-CA" sz="1900" dirty="0"/>
              <a:t> </a:t>
            </a:r>
            <a:r>
              <a:rPr lang="en-CA" sz="1900" dirty="0" err="1"/>
              <a:t>cookiesEnabled</a:t>
            </a:r>
            <a:r>
              <a:rPr lang="en-CA" sz="1900" dirty="0"/>
              <a:t> = (</a:t>
            </a:r>
            <a:r>
              <a:rPr lang="en-CA" sz="1900" dirty="0" err="1"/>
              <a:t>navigator.cookieEnabled</a:t>
            </a:r>
            <a:r>
              <a:rPr lang="en-CA" sz="1900" dirty="0"/>
              <a:t>) ? true : false; </a:t>
            </a:r>
          </a:p>
          <a:p>
            <a:pPr marL="0" indent="0">
              <a:spcBef>
                <a:spcPts val="600"/>
              </a:spcBef>
              <a:buNone/>
            </a:pPr>
            <a:r>
              <a:rPr lang="en-CA" sz="1900" dirty="0"/>
              <a:t>	if (</a:t>
            </a:r>
            <a:r>
              <a:rPr lang="en-CA" sz="1900" dirty="0" err="1"/>
              <a:t>typeof</a:t>
            </a:r>
            <a:r>
              <a:rPr lang="en-CA" sz="1900" dirty="0"/>
              <a:t> </a:t>
            </a:r>
            <a:r>
              <a:rPr lang="en-CA" sz="1900" dirty="0" err="1"/>
              <a:t>navigator.cookieEnabled</a:t>
            </a:r>
            <a:r>
              <a:rPr lang="en-CA" sz="1900" dirty="0"/>
              <a:t> == "undefined" &amp;&amp; !</a:t>
            </a:r>
            <a:r>
              <a:rPr lang="en-CA" sz="1900" dirty="0" err="1"/>
              <a:t>cookiesEnabled</a:t>
            </a:r>
            <a:r>
              <a:rPr lang="en-CA" sz="1900" dirty="0"/>
              <a:t>) { </a:t>
            </a:r>
          </a:p>
          <a:p>
            <a:pPr marL="0" indent="0">
              <a:spcBef>
                <a:spcPts val="600"/>
              </a:spcBef>
              <a:buNone/>
            </a:pPr>
            <a:r>
              <a:rPr lang="en-CA" sz="1900" dirty="0"/>
              <a:t>		</a:t>
            </a:r>
            <a:r>
              <a:rPr lang="en-CA" sz="1900" dirty="0" err="1"/>
              <a:t>document.cookie</a:t>
            </a:r>
            <a:r>
              <a:rPr lang="en-CA" sz="1900" dirty="0"/>
              <a:t> = "</a:t>
            </a:r>
            <a:r>
              <a:rPr lang="en-CA" sz="1900" dirty="0" err="1"/>
              <a:t>mytestcookie</a:t>
            </a:r>
            <a:r>
              <a:rPr lang="en-CA" sz="1900" dirty="0"/>
              <a:t>"; </a:t>
            </a:r>
          </a:p>
          <a:p>
            <a:pPr marL="0" indent="0">
              <a:spcBef>
                <a:spcPts val="600"/>
              </a:spcBef>
              <a:buNone/>
            </a:pPr>
            <a:r>
              <a:rPr lang="en-CA" sz="1900" dirty="0"/>
              <a:t>		</a:t>
            </a:r>
            <a:r>
              <a:rPr lang="en-CA" sz="1900" dirty="0" err="1"/>
              <a:t>cookiesEnabled</a:t>
            </a:r>
            <a:r>
              <a:rPr lang="en-CA" sz="1900" dirty="0"/>
              <a:t> = (</a:t>
            </a:r>
            <a:r>
              <a:rPr lang="en-CA" sz="1900" dirty="0" err="1"/>
              <a:t>document.cookie.indexOf</a:t>
            </a:r>
            <a:r>
              <a:rPr lang="en-CA" sz="1900" dirty="0"/>
              <a:t>("</a:t>
            </a:r>
            <a:r>
              <a:rPr lang="en-CA" sz="1900" dirty="0" err="1"/>
              <a:t>mytestcookie</a:t>
            </a:r>
            <a:r>
              <a:rPr lang="en-CA" sz="1900" dirty="0"/>
              <a:t>") != -1) ? true : false; </a:t>
            </a:r>
          </a:p>
          <a:p>
            <a:pPr marL="0" indent="0">
              <a:spcBef>
                <a:spcPts val="600"/>
              </a:spcBef>
              <a:buNone/>
            </a:pPr>
            <a:r>
              <a:rPr lang="en-CA" sz="1900" dirty="0"/>
              <a:t>	} </a:t>
            </a:r>
          </a:p>
          <a:p>
            <a:pPr marL="0" indent="0">
              <a:spcBef>
                <a:spcPts val="600"/>
              </a:spcBef>
              <a:buNone/>
            </a:pPr>
            <a:r>
              <a:rPr lang="en-CA" sz="1900" dirty="0"/>
              <a:t>	return </a:t>
            </a:r>
            <a:r>
              <a:rPr lang="en-CA" sz="1900" dirty="0" err="1"/>
              <a:t>cookiesEnabled</a:t>
            </a:r>
            <a:r>
              <a:rPr lang="en-CA" sz="1900" dirty="0"/>
              <a:t>; </a:t>
            </a:r>
          </a:p>
          <a:p>
            <a:pPr marL="0" indent="0">
              <a:spcBef>
                <a:spcPts val="600"/>
              </a:spcBef>
              <a:buNone/>
            </a:pPr>
            <a:r>
              <a:rPr lang="en-CA" sz="1900" dirty="0"/>
              <a:t>} </a:t>
            </a:r>
          </a:p>
          <a:p>
            <a:pPr marL="0" indent="0">
              <a:spcBef>
                <a:spcPts val="600"/>
              </a:spcBef>
              <a:buNone/>
            </a:pPr>
            <a:r>
              <a:rPr lang="en-CA" sz="1900" dirty="0"/>
              <a:t>if (</a:t>
            </a:r>
            <a:r>
              <a:rPr lang="en-CA" sz="1900" dirty="0" err="1"/>
              <a:t>cookiesEnabled</a:t>
            </a:r>
            <a:r>
              <a:rPr lang="en-CA" sz="1900" dirty="0"/>
              <a:t>()) { </a:t>
            </a:r>
          </a:p>
          <a:p>
            <a:pPr marL="0" indent="0">
              <a:spcBef>
                <a:spcPts val="600"/>
              </a:spcBef>
              <a:buNone/>
            </a:pPr>
            <a:r>
              <a:rPr lang="en-CA" sz="1900" dirty="0"/>
              <a:t>	</a:t>
            </a:r>
            <a:r>
              <a:rPr lang="en-CA" sz="1900" dirty="0" err="1"/>
              <a:t>document.getElementById</a:t>
            </a:r>
            <a:r>
              <a:rPr lang="en-CA" sz="1900" dirty="0"/>
              <a:t>("</a:t>
            </a:r>
            <a:r>
              <a:rPr lang="en-CA" sz="1900" dirty="0" err="1"/>
              <a:t>msg</a:t>
            </a:r>
            <a:r>
              <a:rPr lang="en-CA" sz="1900" dirty="0"/>
              <a:t>").</a:t>
            </a:r>
            <a:r>
              <a:rPr lang="en-CA" sz="1900" dirty="0" err="1"/>
              <a:t>innerHTML</a:t>
            </a:r>
            <a:r>
              <a:rPr lang="en-CA" sz="1900" dirty="0"/>
              <a:t> = "Cookies enabled"; </a:t>
            </a:r>
          </a:p>
          <a:p>
            <a:pPr marL="0" indent="0">
              <a:spcBef>
                <a:spcPts val="600"/>
              </a:spcBef>
              <a:buNone/>
            </a:pPr>
            <a:r>
              <a:rPr lang="en-CA" sz="1900" dirty="0"/>
              <a:t>} else { </a:t>
            </a:r>
          </a:p>
          <a:p>
            <a:pPr marL="0" indent="0">
              <a:spcBef>
                <a:spcPts val="600"/>
              </a:spcBef>
              <a:buNone/>
            </a:pPr>
            <a:r>
              <a:rPr lang="en-CA" sz="1900" dirty="0"/>
              <a:t>	</a:t>
            </a:r>
            <a:r>
              <a:rPr lang="en-CA" sz="1900" dirty="0" err="1"/>
              <a:t>document.getElementById</a:t>
            </a:r>
            <a:r>
              <a:rPr lang="en-CA" sz="1900" dirty="0"/>
              <a:t>("</a:t>
            </a:r>
            <a:r>
              <a:rPr lang="en-CA" sz="1900" dirty="0" err="1"/>
              <a:t>msg</a:t>
            </a:r>
            <a:r>
              <a:rPr lang="en-CA" sz="1900" dirty="0"/>
              <a:t>").</a:t>
            </a:r>
            <a:r>
              <a:rPr lang="en-CA" sz="1900" dirty="0" err="1"/>
              <a:t>innerHTML</a:t>
            </a:r>
            <a:r>
              <a:rPr lang="en-CA" sz="1900" dirty="0"/>
              <a:t> = "Cookies disabled"; </a:t>
            </a:r>
          </a:p>
          <a:p>
            <a:pPr marL="0" indent="0">
              <a:spcBef>
                <a:spcPts val="600"/>
              </a:spcBef>
              <a:buNone/>
            </a:pPr>
            <a:r>
              <a:rPr lang="en-CA" sz="1900" dirty="0"/>
              <a:t>}</a:t>
            </a:r>
          </a:p>
        </p:txBody>
      </p:sp>
    </p:spTree>
    <p:extLst>
      <p:ext uri="{BB962C8B-B14F-4D97-AF65-F5344CB8AC3E}">
        <p14:creationId xmlns:p14="http://schemas.microsoft.com/office/powerpoint/2010/main" val="27410768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3298415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9688619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3496899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CA"/>
          </a:p>
        </p:txBody>
      </p:sp>
      <p:sp>
        <p:nvSpPr>
          <p:cNvPr id="3" name="Content Placeholder 2"/>
          <p:cNvSpPr>
            <a:spLocks noGrp="1"/>
          </p:cNvSpPr>
          <p:nvPr>
            <p:ph idx="1"/>
          </p:nvPr>
        </p:nvSpPr>
        <p:spPr/>
        <p:txBody>
          <a:bodyPr/>
          <a:lstStyle/>
          <a:p>
            <a:endParaRPr lang="en-CA"/>
          </a:p>
        </p:txBody>
      </p:sp>
    </p:spTree>
    <p:extLst>
      <p:ext uri="{BB962C8B-B14F-4D97-AF65-F5344CB8AC3E}">
        <p14:creationId xmlns:p14="http://schemas.microsoft.com/office/powerpoint/2010/main" val="222352593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357</TotalTime>
  <Words>2440</Words>
  <Application>Microsoft Office PowerPoint</Application>
  <PresentationFormat>Widescreen</PresentationFormat>
  <Paragraphs>212</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Trebuchet MS</vt:lpstr>
      <vt:lpstr>Wingdings 3</vt:lpstr>
      <vt:lpstr>Facet</vt:lpstr>
      <vt:lpstr>Using Cookies</vt:lpstr>
      <vt:lpstr>Introduction</vt:lpstr>
      <vt:lpstr>Why are cookies needed</vt:lpstr>
      <vt:lpstr>Why are cookies needed (example)</vt:lpstr>
      <vt:lpstr>What are cookies</vt:lpstr>
      <vt:lpstr>How to read/write a cookie</vt:lpstr>
      <vt:lpstr>Example (HTML)</vt:lpstr>
      <vt:lpstr>Example (JavaScript)</vt:lpstr>
      <vt:lpstr>Optional Cookie Attributes</vt:lpstr>
      <vt:lpstr>expires and max-age attributes</vt:lpstr>
      <vt:lpstr>What is the difference between expires and max-age attributes</vt:lpstr>
      <vt:lpstr>domain attribute</vt:lpstr>
      <vt:lpstr>path attribute</vt:lpstr>
      <vt:lpstr>secure attribute</vt:lpstr>
      <vt:lpstr>Example (HTML)</vt:lpstr>
      <vt:lpstr>Example (JavaScript)</vt:lpstr>
      <vt:lpstr>Running the Example</vt:lpstr>
      <vt:lpstr>Create a custom object, serialize the object to a JSON string and store the serialized string in a cookie</vt:lpstr>
      <vt:lpstr>PowerPoint Presentation</vt:lpstr>
      <vt:lpstr>PowerPoint Presentation</vt:lpstr>
      <vt:lpstr>Modify the code in setCookie() function</vt:lpstr>
      <vt:lpstr>Modify the code in getCookie() function</vt:lpstr>
      <vt:lpstr>Update and Delete Cookies </vt:lpstr>
      <vt:lpstr>Updating a cookie</vt:lpstr>
      <vt:lpstr>Deleting a cookie</vt:lpstr>
      <vt:lpstr>Cookie limitations</vt:lpstr>
      <vt:lpstr>How to check if cookies are enabled</vt:lpstr>
      <vt:lpstr>The following JavaScript code detects if cookies are enabled.  </vt:lpstr>
      <vt:lpstr>PowerPoint Presentation</vt:lpstr>
      <vt:lpstr>PowerPoint Presentation</vt:lpstr>
      <vt:lpstr>PowerPoint Presentation</vt:lpstr>
      <vt:lpstr>PowerPoint Presentation</vt:lpstr>
    </vt:vector>
  </TitlesOfParts>
  <Company>CEGEP Vanier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Cookies</dc:title>
  <dc:creator>Ronald Raphael</dc:creator>
  <cp:lastModifiedBy>Ronald Raphael</cp:lastModifiedBy>
  <cp:revision>56</cp:revision>
  <dcterms:created xsi:type="dcterms:W3CDTF">2019-04-12T17:09:42Z</dcterms:created>
  <dcterms:modified xsi:type="dcterms:W3CDTF">2020-11-09T22:44:57Z</dcterms:modified>
</cp:coreProperties>
</file>