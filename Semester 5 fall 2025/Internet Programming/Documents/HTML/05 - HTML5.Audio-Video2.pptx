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23"/>
  </p:notesMasterIdLst>
  <p:handoutMasterIdLst>
    <p:handoutMasterId r:id="rId24"/>
  </p:handoutMasterIdLst>
  <p:sldIdLst>
    <p:sldId id="256" r:id="rId2"/>
    <p:sldId id="257" r:id="rId3"/>
    <p:sldId id="308" r:id="rId4"/>
    <p:sldId id="309" r:id="rId5"/>
    <p:sldId id="310" r:id="rId6"/>
    <p:sldId id="311" r:id="rId7"/>
    <p:sldId id="312" r:id="rId8"/>
    <p:sldId id="313" r:id="rId9"/>
    <p:sldId id="317" r:id="rId10"/>
    <p:sldId id="318" r:id="rId11"/>
    <p:sldId id="314" r:id="rId12"/>
    <p:sldId id="315" r:id="rId13"/>
    <p:sldId id="316" r:id="rId14"/>
    <p:sldId id="332" r:id="rId15"/>
    <p:sldId id="334" r:id="rId16"/>
    <p:sldId id="319" r:id="rId17"/>
    <p:sldId id="335" r:id="rId18"/>
    <p:sldId id="320" r:id="rId19"/>
    <p:sldId id="333" r:id="rId20"/>
    <p:sldId id="336" r:id="rId21"/>
    <p:sldId id="300" r:id="rId22"/>
  </p:sldIdLst>
  <p:sldSz cx="9144000" cy="6858000" type="screen4x3"/>
  <p:notesSz cx="7010400" cy="9236075"/>
  <p:custDataLst>
    <p:tags r:id="rId25"/>
  </p:custDataLst>
  <p:defaultTextStyle>
    <a:defPPr>
      <a:defRPr lang="ru-RU"/>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160">
          <p15:clr>
            <a:srgbClr val="A4A3A4"/>
          </p15:clr>
        </p15:guide>
        <p15:guide id="2" pos="288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9" d="100"/>
          <a:sy n="99" d="100"/>
        </p:scale>
        <p:origin x="1866" y="66"/>
      </p:cViewPr>
      <p:guideLst>
        <p:guide orient="horz" pos="2160"/>
        <p:guide pos="2880"/>
      </p:guideLst>
    </p:cSldViewPr>
  </p:slideViewPr>
  <p:notesTextViewPr>
    <p:cViewPr>
      <p:scale>
        <a:sx n="100" d="100"/>
        <a:sy n="100" d="100"/>
      </p:scale>
      <p:origin x="0" y="0"/>
    </p:cViewPr>
  </p:notesTextViewPr>
  <p:notesViewPr>
    <p:cSldViewPr>
      <p:cViewPr varScale="1">
        <p:scale>
          <a:sx n="56" d="100"/>
          <a:sy n="56" d="100"/>
        </p:scale>
        <p:origin x="-102" y="-26"/>
      </p:cViewPr>
      <p:guideLst>
        <p:guide orient="horz" pos="2160"/>
        <p:guide pos="288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Header Placeholder 1"/>
          <p:cNvSpPr>
            <a:spLocks noGrp="1" noChangeArrowheads="1"/>
          </p:cNvSpPr>
          <p:nvPr>
            <p:ph type="hdr" sz="quarter"/>
          </p:nvPr>
        </p:nvSpPr>
        <p:spPr bwMode="auto">
          <a:xfrm>
            <a:off x="0" y="0"/>
            <a:ext cx="3038475"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0" hangingPunct="0">
              <a:defRPr sz="1200"/>
            </a:lvl1pPr>
          </a:lstStyle>
          <a:p>
            <a:endParaRPr lang="en-CA" altLang="en-US"/>
          </a:p>
        </p:txBody>
      </p:sp>
      <p:sp>
        <p:nvSpPr>
          <p:cNvPr id="5123" name="Date Placeholder 2"/>
          <p:cNvSpPr>
            <a:spLocks noGrp="1" noChangeArrowheads="1"/>
          </p:cNvSpPr>
          <p:nvPr>
            <p:ph type="dt" sz="quarter" idx="1"/>
          </p:nvPr>
        </p:nvSpPr>
        <p:spPr bwMode="auto">
          <a:xfrm>
            <a:off x="3970338" y="0"/>
            <a:ext cx="3038475"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0" hangingPunct="0">
              <a:defRPr sz="1200"/>
            </a:lvl1pPr>
          </a:lstStyle>
          <a:p>
            <a:fld id="{F033E916-64D6-40BD-983E-8BB526F4B535}" type="datetime1">
              <a:rPr lang="en-US" altLang="en-US"/>
              <a:pPr/>
              <a:t>2/1/2021</a:t>
            </a:fld>
            <a:endParaRPr lang="en-US" altLang="en-US"/>
          </a:p>
        </p:txBody>
      </p:sp>
      <p:sp>
        <p:nvSpPr>
          <p:cNvPr id="5124" name="Footer Placeholder 3"/>
          <p:cNvSpPr>
            <a:spLocks noGrp="1" noChangeArrowheads="1"/>
          </p:cNvSpPr>
          <p:nvPr>
            <p:ph type="ftr" sz="quarter" idx="2"/>
          </p:nvPr>
        </p:nvSpPr>
        <p:spPr bwMode="auto">
          <a:xfrm>
            <a:off x="0" y="8772525"/>
            <a:ext cx="3038475"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0" hangingPunct="0">
              <a:defRPr sz="1200"/>
            </a:lvl1pPr>
          </a:lstStyle>
          <a:p>
            <a:endParaRPr lang="en-CA" altLang="en-US"/>
          </a:p>
        </p:txBody>
      </p:sp>
      <p:sp>
        <p:nvSpPr>
          <p:cNvPr id="5125" name="Slide Number Placeholder 4"/>
          <p:cNvSpPr>
            <a:spLocks noGrp="1" noChangeArrowheads="1"/>
          </p:cNvSpPr>
          <p:nvPr>
            <p:ph type="sldNum" sz="quarter" idx="3"/>
          </p:nvPr>
        </p:nvSpPr>
        <p:spPr bwMode="auto">
          <a:xfrm>
            <a:off x="3970338" y="8772525"/>
            <a:ext cx="3038475"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0" hangingPunct="0">
              <a:defRPr sz="1200"/>
            </a:lvl1pPr>
          </a:lstStyle>
          <a:p>
            <a:fld id="{2963F13B-B60B-4FCB-8B17-686DBF878426}"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Header Placeholder 1"/>
          <p:cNvSpPr>
            <a:spLocks noGrp="1" noChangeArrowheads="1"/>
          </p:cNvSpPr>
          <p:nvPr>
            <p:ph type="hdr" sz="quarter"/>
          </p:nvPr>
        </p:nvSpPr>
        <p:spPr bwMode="auto">
          <a:xfrm>
            <a:off x="0" y="0"/>
            <a:ext cx="3038475"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28" tIns="45714" rIns="91428" bIns="45714" numCol="1" anchor="t" anchorCtr="0" compatLnSpc="1">
            <a:prstTxWarp prst="textNoShape">
              <a:avLst/>
            </a:prstTxWarp>
          </a:bodyPr>
          <a:lstStyle>
            <a:lvl1pPr eaLnBrk="0" hangingPunct="0">
              <a:defRPr sz="1200"/>
            </a:lvl1pPr>
          </a:lstStyle>
          <a:p>
            <a:endParaRPr lang="en-CA" altLang="en-US"/>
          </a:p>
        </p:txBody>
      </p:sp>
      <p:sp>
        <p:nvSpPr>
          <p:cNvPr id="4099" name="Date Placeholder 2"/>
          <p:cNvSpPr>
            <a:spLocks noGrp="1" noChangeArrowheads="1"/>
          </p:cNvSpPr>
          <p:nvPr>
            <p:ph type="dt" idx="1"/>
          </p:nvPr>
        </p:nvSpPr>
        <p:spPr bwMode="auto">
          <a:xfrm>
            <a:off x="3970338" y="0"/>
            <a:ext cx="3038475"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28" tIns="45714" rIns="91428" bIns="45714" numCol="1" anchor="t" anchorCtr="0" compatLnSpc="1">
            <a:prstTxWarp prst="textNoShape">
              <a:avLst/>
            </a:prstTxWarp>
          </a:bodyPr>
          <a:lstStyle>
            <a:lvl1pPr algn="r" eaLnBrk="0" hangingPunct="0">
              <a:defRPr sz="1200"/>
            </a:lvl1pPr>
          </a:lstStyle>
          <a:p>
            <a:fld id="{13E36545-5472-4F2C-B96C-A7A84191A4C8}" type="datetime1">
              <a:rPr lang="en-US" altLang="en-US"/>
              <a:pPr/>
              <a:t>2/1/2021</a:t>
            </a:fld>
            <a:endParaRPr lang="en-US" altLang="en-US"/>
          </a:p>
        </p:txBody>
      </p:sp>
      <p:sp>
        <p:nvSpPr>
          <p:cNvPr id="4100" name="Slide Image Placeholder 3"/>
          <p:cNvSpPr>
            <a:spLocks noGrp="1" noRot="1" noChangeAspect="1" noChangeArrowheads="1"/>
          </p:cNvSpPr>
          <p:nvPr>
            <p:ph type="sldImg" idx="2"/>
          </p:nvPr>
        </p:nvSpPr>
        <p:spPr bwMode="auto">
          <a:xfrm>
            <a:off x="1427163" y="1154113"/>
            <a:ext cx="4156075" cy="3117850"/>
          </a:xfrm>
          <a:prstGeom prst="rect">
            <a:avLst/>
          </a:prstGeom>
          <a:noFill/>
          <a:ln w="12700" algn="ctr">
            <a:solidFill>
              <a:srgbClr val="000000"/>
            </a:solidFill>
            <a:round/>
            <a:headEnd/>
            <a:tailEnd/>
          </a:ln>
          <a:extLst>
            <a:ext uri="{909E8E84-426E-40DD-AFC4-6F175D3DCCD1}">
              <a14:hiddenFill xmlns:a14="http://schemas.microsoft.com/office/drawing/2010/main">
                <a:solidFill>
                  <a:srgbClr val="FFFFFF"/>
                </a:solidFill>
              </a14:hiddenFill>
            </a:ext>
          </a:extLst>
        </p:spPr>
      </p:sp>
      <p:sp>
        <p:nvSpPr>
          <p:cNvPr id="4101" name="Notes Placeholder 4"/>
          <p:cNvSpPr>
            <a:spLocks noGrp="1" noChangeArrowheads="1"/>
          </p:cNvSpPr>
          <p:nvPr>
            <p:ph type="body" sz="quarter" idx="3"/>
          </p:nvPr>
        </p:nvSpPr>
        <p:spPr bwMode="auto">
          <a:xfrm>
            <a:off x="701675" y="4445000"/>
            <a:ext cx="5607050" cy="3636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28" tIns="45714" rIns="91428" bIns="45714"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102" name="Footer Placeholder 5"/>
          <p:cNvSpPr>
            <a:spLocks noGrp="1" noChangeArrowheads="1"/>
          </p:cNvSpPr>
          <p:nvPr>
            <p:ph type="ftr" sz="quarter" idx="4"/>
          </p:nvPr>
        </p:nvSpPr>
        <p:spPr bwMode="auto">
          <a:xfrm>
            <a:off x="0" y="8772525"/>
            <a:ext cx="3038475"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28" tIns="45714" rIns="91428" bIns="45714" numCol="1" anchor="b" anchorCtr="0" compatLnSpc="1">
            <a:prstTxWarp prst="textNoShape">
              <a:avLst/>
            </a:prstTxWarp>
          </a:bodyPr>
          <a:lstStyle>
            <a:lvl1pPr eaLnBrk="0" hangingPunct="0">
              <a:defRPr sz="1200"/>
            </a:lvl1pPr>
          </a:lstStyle>
          <a:p>
            <a:endParaRPr lang="en-CA" altLang="en-US"/>
          </a:p>
        </p:txBody>
      </p:sp>
      <p:sp>
        <p:nvSpPr>
          <p:cNvPr id="4103" name="Slide Number Placeholder 6"/>
          <p:cNvSpPr>
            <a:spLocks noGrp="1" noChangeArrowheads="1"/>
          </p:cNvSpPr>
          <p:nvPr>
            <p:ph type="sldNum" sz="quarter" idx="5"/>
          </p:nvPr>
        </p:nvSpPr>
        <p:spPr bwMode="auto">
          <a:xfrm>
            <a:off x="3970338" y="8772525"/>
            <a:ext cx="3038475"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28" tIns="45714" rIns="91428" bIns="45714" numCol="1" anchor="b" anchorCtr="0" compatLnSpc="1">
            <a:prstTxWarp prst="textNoShape">
              <a:avLst/>
            </a:prstTxWarp>
          </a:bodyPr>
          <a:lstStyle>
            <a:lvl1pPr algn="r" eaLnBrk="0" hangingPunct="0">
              <a:defRPr sz="1200"/>
            </a:lvl1pPr>
          </a:lstStyle>
          <a:p>
            <a:fld id="{48ADD601-A091-44AF-9192-E64050A71F76}"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algn="l" defTabSz="45720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algn="l" defTabSz="45720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defTabSz="45720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defTabSz="45720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6" name="Slide Image Placeholder 1"/>
          <p:cNvSpPr>
            <a:spLocks noGrp="1" noRot="1" noChangeAspect="1" noChangeArrowheads="1"/>
          </p:cNvSpPr>
          <p:nvPr>
            <p:ph type="sldImg"/>
          </p:nvPr>
        </p:nvSpPr>
        <p:spPr bwMode="auto">
          <a:xfrm>
            <a:off x="1427163" y="1154113"/>
            <a:ext cx="4156075" cy="3117850"/>
          </a:xfrm>
          <a:prstGeom prst="rect">
            <a:avLst/>
          </a:prstGeom>
          <a:noFill/>
          <a:ln w="12700" cap="flat" algn="ctr">
            <a:solidFill>
              <a:srgbClr val="000000"/>
            </a:solidFill>
            <a:round/>
            <a:headEnd type="none" w="med" len="med"/>
            <a:tailEnd type="none" w="med" len="med"/>
          </a:ln>
          <a:extLst>
            <a:ext uri="{909E8E84-426E-40DD-AFC4-6F175D3DCCD1}">
              <a14:hiddenFill xmlns:a14="http://schemas.microsoft.com/office/drawing/2010/main">
                <a:solidFill>
                  <a:srgbClr val="FFFFFF"/>
                </a:solidFill>
              </a14:hiddenFill>
            </a:ext>
          </a:extLst>
        </p:spPr>
      </p:sp>
      <p:sp>
        <p:nvSpPr>
          <p:cNvPr id="4107" name="Notes Placeholder 2"/>
          <p:cNvSpPr>
            <a:spLocks noGrp="1" noChangeArrowheads="1"/>
          </p:cNvSpPr>
          <p:nvPr>
            <p:ph type="body" idx="1"/>
          </p:nvPr>
        </p:nvSpPr>
        <p:spPr bwMode="auto">
          <a:xfrm>
            <a:off x="701675" y="4445000"/>
            <a:ext cx="5607050" cy="363696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ltLang="en-US"/>
          </a:p>
        </p:txBody>
      </p:sp>
      <p:sp>
        <p:nvSpPr>
          <p:cNvPr id="4108" name="Slide Number Placeholder 3"/>
          <p:cNvSpPr>
            <a:spLocks noGrp="1" noChangeArrowheads="1"/>
          </p:cNvSpPr>
          <p:nvPr/>
        </p:nvSpPr>
        <p:spPr bwMode="auto">
          <a:xfrm>
            <a:off x="3970338" y="8772525"/>
            <a:ext cx="3038475"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fld id="{7B84AD39-EA45-4A3B-AB6E-CD15D15B9229}" type="slidenum">
              <a:rPr lang="en-US" altLang="en-US"/>
              <a:pPr eaLnBrk="0" hangingPunct="0"/>
              <a:t>1</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1" name="Slide Image Placeholder 1"/>
          <p:cNvSpPr>
            <a:spLocks noGrp="1" noRot="1" noChangeAspect="1" noChangeArrowheads="1"/>
          </p:cNvSpPr>
          <p:nvPr>
            <p:ph type="sldImg"/>
          </p:nvPr>
        </p:nvSpPr>
        <p:spPr bwMode="auto">
          <a:xfrm>
            <a:off x="1427163" y="1154113"/>
            <a:ext cx="4156075" cy="3117850"/>
          </a:xfrm>
          <a:prstGeom prst="rect">
            <a:avLst/>
          </a:prstGeom>
          <a:noFill/>
          <a:ln w="12700" cap="flat" algn="ctr">
            <a:solidFill>
              <a:srgbClr val="000000"/>
            </a:solidFill>
            <a:round/>
            <a:headEnd type="none" w="med" len="med"/>
            <a:tailEnd type="none" w="med" len="med"/>
          </a:ln>
          <a:extLst>
            <a:ext uri="{909E8E84-426E-40DD-AFC4-6F175D3DCCD1}">
              <a14:hiddenFill xmlns:a14="http://schemas.microsoft.com/office/drawing/2010/main">
                <a:solidFill>
                  <a:srgbClr val="FFFFFF"/>
                </a:solidFill>
              </a14:hiddenFill>
            </a:ext>
          </a:extLst>
        </p:spPr>
      </p:sp>
      <p:sp>
        <p:nvSpPr>
          <p:cNvPr id="4112" name="Notes Placeholder 2"/>
          <p:cNvSpPr>
            <a:spLocks noGrp="1" noChangeArrowheads="1"/>
          </p:cNvSpPr>
          <p:nvPr>
            <p:ph type="body" idx="1"/>
          </p:nvPr>
        </p:nvSpPr>
        <p:spPr bwMode="auto">
          <a:xfrm>
            <a:off x="701675" y="4445000"/>
            <a:ext cx="5607050" cy="363696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ltLang="en-US"/>
          </a:p>
        </p:txBody>
      </p:sp>
      <p:sp>
        <p:nvSpPr>
          <p:cNvPr id="4113" name="Slide Number Placeholder 3"/>
          <p:cNvSpPr>
            <a:spLocks noGrp="1" noChangeArrowheads="1"/>
          </p:cNvSpPr>
          <p:nvPr/>
        </p:nvSpPr>
        <p:spPr bwMode="auto">
          <a:xfrm>
            <a:off x="3970338" y="8772525"/>
            <a:ext cx="3038475"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fld id="{3BD7DFD0-965C-4BB3-9EBE-D83F8BDD59F2}" type="slidenum">
              <a:rPr lang="en-US" altLang="en-US"/>
              <a:pPr eaLnBrk="0" hangingPunct="0"/>
              <a:t>2</a:t>
            </a:fld>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6" name="Slide Image Placeholder 1"/>
          <p:cNvSpPr>
            <a:spLocks noGrp="1" noRot="1" noChangeAspect="1" noChangeArrowheads="1"/>
          </p:cNvSpPr>
          <p:nvPr>
            <p:ph type="sldImg"/>
          </p:nvPr>
        </p:nvSpPr>
        <p:spPr bwMode="auto">
          <a:xfrm>
            <a:off x="1427163" y="1154113"/>
            <a:ext cx="4156075" cy="3117850"/>
          </a:xfrm>
          <a:prstGeom prst="rect">
            <a:avLst/>
          </a:prstGeom>
          <a:noFill/>
          <a:ln w="12700" cap="flat" algn="ctr">
            <a:solidFill>
              <a:srgbClr val="000000"/>
            </a:solidFill>
            <a:round/>
            <a:headEnd type="none" w="med" len="med"/>
            <a:tailEnd type="none" w="med" len="med"/>
          </a:ln>
          <a:extLst>
            <a:ext uri="{909E8E84-426E-40DD-AFC4-6F175D3DCCD1}">
              <a14:hiddenFill xmlns:a14="http://schemas.microsoft.com/office/drawing/2010/main">
                <a:solidFill>
                  <a:srgbClr val="FFFFFF"/>
                </a:solidFill>
              </a14:hiddenFill>
            </a:ext>
          </a:extLst>
        </p:spPr>
      </p:sp>
      <p:sp>
        <p:nvSpPr>
          <p:cNvPr id="4117" name="Notes Placeholder 2"/>
          <p:cNvSpPr>
            <a:spLocks noGrp="1" noChangeArrowheads="1"/>
          </p:cNvSpPr>
          <p:nvPr>
            <p:ph type="body" idx="1"/>
          </p:nvPr>
        </p:nvSpPr>
        <p:spPr bwMode="auto">
          <a:xfrm>
            <a:off x="701675" y="4445000"/>
            <a:ext cx="5607050" cy="363696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ltLang="en-US"/>
          </a:p>
        </p:txBody>
      </p:sp>
      <p:sp>
        <p:nvSpPr>
          <p:cNvPr id="4118" name="Slide Number Placeholder 3"/>
          <p:cNvSpPr>
            <a:spLocks noGrp="1" noChangeArrowheads="1"/>
          </p:cNvSpPr>
          <p:nvPr/>
        </p:nvSpPr>
        <p:spPr bwMode="auto">
          <a:xfrm>
            <a:off x="3970338" y="8772525"/>
            <a:ext cx="3038475"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fld id="{9759C6BF-7E81-4376-A7EF-D5694613FA2A}" type="slidenum">
              <a:rPr lang="en-US" altLang="en-US"/>
              <a:pPr eaLnBrk="0" hangingPunct="0"/>
              <a:t>3</a:t>
            </a:fld>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ChangeArrowheads="1" noTextEdit="1"/>
          </p:cNvSpPr>
          <p:nvPr>
            <p:ph type="sldImg"/>
          </p:nvPr>
        </p:nvSpPr>
        <p:spPr>
          <a:ln cap="flat">
            <a:headEnd type="none" w="med" len="med"/>
            <a:tailEnd type="none" w="med" len="med"/>
          </a:ln>
        </p:spPr>
      </p:sp>
      <p:sp>
        <p:nvSpPr>
          <p:cNvPr id="14339" name="Notes Placeholder 2"/>
          <p:cNvSpPr>
            <a:spLocks noGrp="1" noChangeArrowheads="1"/>
          </p:cNvSpPr>
          <p:nvPr>
            <p:ph type="body" idx="1"/>
          </p:nvPr>
        </p:nvSpPr>
        <p:spPr>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a:lstStyle/>
          <a:p>
            <a:endParaRPr lang="en-CA" altLang="en-US"/>
          </a:p>
        </p:txBody>
      </p:sp>
      <p:sp>
        <p:nvSpPr>
          <p:cNvPr id="14340" name="Slide Number Placeholder 3"/>
          <p:cNvSpPr>
            <a:spLocks noGrp="1" noChangeArrowheads="1"/>
          </p:cNvSpPr>
          <p:nvPr/>
        </p:nvSpPr>
        <p:spPr bwMode="auto">
          <a:xfrm>
            <a:off x="3970338" y="8772525"/>
            <a:ext cx="3038475"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fld id="{13E81C55-3BDB-4848-920E-763C0FEA307B}" type="slidenum">
              <a:rPr lang="en-US" altLang="en-US"/>
              <a:pPr eaLnBrk="0" hangingPunct="0"/>
              <a:t>4</a:t>
            </a:fld>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ChangeArrowheads="1" noTextEdit="1"/>
          </p:cNvSpPr>
          <p:nvPr>
            <p:ph type="sldImg"/>
          </p:nvPr>
        </p:nvSpPr>
        <p:spPr>
          <a:ln cap="flat">
            <a:headEnd type="none" w="med" len="med"/>
            <a:tailEnd type="none" w="med" len="med"/>
          </a:ln>
        </p:spPr>
      </p:sp>
      <p:sp>
        <p:nvSpPr>
          <p:cNvPr id="24579" name="Notes Placeholder 2"/>
          <p:cNvSpPr>
            <a:spLocks noGrp="1" noChangeArrowheads="1"/>
          </p:cNvSpPr>
          <p:nvPr>
            <p:ph type="body" idx="1"/>
          </p:nvPr>
        </p:nvSpPr>
        <p:spPr>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a:lstStyle/>
          <a:p>
            <a:endParaRPr lang="en-CA" altLang="en-US"/>
          </a:p>
        </p:txBody>
      </p:sp>
      <p:sp>
        <p:nvSpPr>
          <p:cNvPr id="24580" name="Slide Number Placeholder 3"/>
          <p:cNvSpPr>
            <a:spLocks noGrp="1" noChangeArrowheads="1"/>
          </p:cNvSpPr>
          <p:nvPr/>
        </p:nvSpPr>
        <p:spPr bwMode="auto">
          <a:xfrm>
            <a:off x="3970338" y="8772525"/>
            <a:ext cx="3038475"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fld id="{98FCEFDD-466F-486E-8ADD-DB91F680DE58}" type="slidenum">
              <a:rPr lang="en-US" altLang="en-US"/>
              <a:pPr eaLnBrk="0" hangingPunct="0"/>
              <a:t>5</a:t>
            </a:fld>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ChangeArrowheads="1" noTextEdit="1"/>
          </p:cNvSpPr>
          <p:nvPr>
            <p:ph type="sldImg"/>
          </p:nvPr>
        </p:nvSpPr>
        <p:spPr>
          <a:ln cap="flat">
            <a:headEnd type="none" w="med" len="med"/>
            <a:tailEnd type="none" w="med" len="med"/>
          </a:ln>
        </p:spPr>
      </p:sp>
      <p:sp>
        <p:nvSpPr>
          <p:cNvPr id="26627" name="Notes Placeholder 2"/>
          <p:cNvSpPr>
            <a:spLocks noGrp="1" noChangeArrowheads="1"/>
          </p:cNvSpPr>
          <p:nvPr>
            <p:ph type="body" idx="1"/>
          </p:nvPr>
        </p:nvSpPr>
        <p:spPr>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a:lstStyle/>
          <a:p>
            <a:endParaRPr lang="en-CA" altLang="en-US"/>
          </a:p>
        </p:txBody>
      </p:sp>
      <p:sp>
        <p:nvSpPr>
          <p:cNvPr id="26628" name="Slide Number Placeholder 3"/>
          <p:cNvSpPr>
            <a:spLocks noGrp="1" noChangeArrowheads="1"/>
          </p:cNvSpPr>
          <p:nvPr/>
        </p:nvSpPr>
        <p:spPr bwMode="auto">
          <a:xfrm>
            <a:off x="3970338" y="8772525"/>
            <a:ext cx="3038475"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fld id="{66ED067A-E9AD-43F7-B4BE-E7C4ECCD98B5}" type="slidenum">
              <a:rPr lang="en-US" altLang="en-US"/>
              <a:pPr eaLnBrk="0" hangingPunct="0"/>
              <a:t>6</a:t>
            </a:fld>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ChangeArrowheads="1" noTextEdit="1"/>
          </p:cNvSpPr>
          <p:nvPr>
            <p:ph type="sldImg"/>
          </p:nvPr>
        </p:nvSpPr>
        <p:spPr>
          <a:ln cap="flat">
            <a:headEnd type="none" w="med" len="med"/>
            <a:tailEnd type="none" w="med" len="med"/>
          </a:ln>
        </p:spPr>
      </p:sp>
      <p:sp>
        <p:nvSpPr>
          <p:cNvPr id="28675" name="Notes Placeholder 2"/>
          <p:cNvSpPr>
            <a:spLocks noGrp="1" noChangeArrowheads="1"/>
          </p:cNvSpPr>
          <p:nvPr>
            <p:ph type="body" idx="1"/>
          </p:nvPr>
        </p:nvSpPr>
        <p:spPr>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a:lstStyle/>
          <a:p>
            <a:endParaRPr lang="en-CA" altLang="en-US"/>
          </a:p>
        </p:txBody>
      </p:sp>
      <p:sp>
        <p:nvSpPr>
          <p:cNvPr id="28676" name="Slide Number Placeholder 3"/>
          <p:cNvSpPr>
            <a:spLocks noGrp="1" noChangeArrowheads="1"/>
          </p:cNvSpPr>
          <p:nvPr/>
        </p:nvSpPr>
        <p:spPr bwMode="auto">
          <a:xfrm>
            <a:off x="3970338" y="8772525"/>
            <a:ext cx="3038475"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fld id="{5378599F-92F7-4E58-94BB-0D1FAB657AA6}" type="slidenum">
              <a:rPr lang="en-US" altLang="en-US"/>
              <a:pPr eaLnBrk="0" hangingPunct="0"/>
              <a:t>7</a:t>
            </a:fld>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ChangeArrowheads="1" noTextEdit="1"/>
          </p:cNvSpPr>
          <p:nvPr>
            <p:ph type="sldImg"/>
          </p:nvPr>
        </p:nvSpPr>
        <p:spPr>
          <a:ln cap="flat">
            <a:headEnd type="none" w="med" len="med"/>
            <a:tailEnd type="none" w="med" len="med"/>
          </a:ln>
        </p:spPr>
      </p:sp>
      <p:sp>
        <p:nvSpPr>
          <p:cNvPr id="30723" name="Notes Placeholder 2"/>
          <p:cNvSpPr>
            <a:spLocks noGrp="1" noChangeArrowheads="1"/>
          </p:cNvSpPr>
          <p:nvPr>
            <p:ph type="body" idx="1"/>
          </p:nvPr>
        </p:nvSpPr>
        <p:spPr>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a:lstStyle/>
          <a:p>
            <a:endParaRPr lang="en-CA" altLang="en-US"/>
          </a:p>
        </p:txBody>
      </p:sp>
      <p:sp>
        <p:nvSpPr>
          <p:cNvPr id="30724" name="Slide Number Placeholder 3"/>
          <p:cNvSpPr>
            <a:spLocks noGrp="1" noChangeArrowheads="1"/>
          </p:cNvSpPr>
          <p:nvPr/>
        </p:nvSpPr>
        <p:spPr bwMode="auto">
          <a:xfrm>
            <a:off x="3970338" y="8772525"/>
            <a:ext cx="3038475"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fld id="{B56B5D4F-73E5-456E-8D1B-A1DA021A81E3}" type="slidenum">
              <a:rPr lang="en-US" altLang="en-US"/>
              <a:pPr eaLnBrk="0" hangingPunct="0"/>
              <a:t>8</a:t>
            </a:fld>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ChangeArrowheads="1" noTextEdit="1"/>
          </p:cNvSpPr>
          <p:nvPr>
            <p:ph type="sldImg"/>
          </p:nvPr>
        </p:nvSpPr>
        <p:spPr>
          <a:ln cap="flat">
            <a:headEnd type="none" w="med" len="med"/>
            <a:tailEnd type="none" w="med" len="med"/>
          </a:ln>
        </p:spPr>
      </p:sp>
      <p:sp>
        <p:nvSpPr>
          <p:cNvPr id="38915" name="Notes Placeholder 2"/>
          <p:cNvSpPr>
            <a:spLocks noGrp="1" noChangeArrowheads="1"/>
          </p:cNvSpPr>
          <p:nvPr>
            <p:ph type="body" idx="1"/>
          </p:nvPr>
        </p:nvSpPr>
        <p:spPr>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a:lstStyle/>
          <a:p>
            <a:endParaRPr lang="en-CA" altLang="en-US"/>
          </a:p>
        </p:txBody>
      </p:sp>
      <p:sp>
        <p:nvSpPr>
          <p:cNvPr id="38916" name="Slide Number Placeholder 3"/>
          <p:cNvSpPr>
            <a:spLocks noGrp="1" noChangeArrowheads="1"/>
          </p:cNvSpPr>
          <p:nvPr/>
        </p:nvSpPr>
        <p:spPr bwMode="auto">
          <a:xfrm>
            <a:off x="3970338" y="8772525"/>
            <a:ext cx="3038475"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fld id="{F90416F3-9206-4C10-96A6-936F46DD956C}" type="slidenum">
              <a:rPr lang="en-US" altLang="en-US"/>
              <a:pPr eaLnBrk="0" hangingPunct="0"/>
              <a:t>9</a:t>
            </a:fld>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ChangeArrowheads="1" noTextEdit="1"/>
          </p:cNvSpPr>
          <p:nvPr>
            <p:ph type="sldImg"/>
          </p:nvPr>
        </p:nvSpPr>
        <p:spPr>
          <a:ln cap="flat">
            <a:headEnd type="none" w="med" len="med"/>
            <a:tailEnd type="none" w="med" len="med"/>
          </a:ln>
        </p:spPr>
      </p:sp>
      <p:sp>
        <p:nvSpPr>
          <p:cNvPr id="43011" name="Notes Placeholder 2"/>
          <p:cNvSpPr>
            <a:spLocks noGrp="1" noChangeArrowheads="1"/>
          </p:cNvSpPr>
          <p:nvPr>
            <p:ph type="body" idx="1"/>
          </p:nvPr>
        </p:nvSpPr>
        <p:spPr>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a:lstStyle/>
          <a:p>
            <a:endParaRPr lang="en-CA" altLang="en-US"/>
          </a:p>
        </p:txBody>
      </p:sp>
      <p:sp>
        <p:nvSpPr>
          <p:cNvPr id="43012" name="Slide Number Placeholder 3"/>
          <p:cNvSpPr>
            <a:spLocks noGrp="1" noChangeArrowheads="1"/>
          </p:cNvSpPr>
          <p:nvPr/>
        </p:nvSpPr>
        <p:spPr bwMode="auto">
          <a:xfrm>
            <a:off x="3970338" y="8772525"/>
            <a:ext cx="3038475"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fld id="{F806DBAA-9D46-4B83-90FC-F6C733BEA68D}" type="slidenum">
              <a:rPr lang="en-US" altLang="en-US"/>
              <a:pPr eaLnBrk="0" hangingPunct="0"/>
              <a:t>10</a:t>
            </a:fld>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ChangeArrowheads="1" noTextEdit="1"/>
          </p:cNvSpPr>
          <p:nvPr>
            <p:ph type="sldImg"/>
          </p:nvPr>
        </p:nvSpPr>
        <p:spPr>
          <a:ln cap="flat">
            <a:headEnd type="none" w="med" len="med"/>
            <a:tailEnd type="none" w="med" len="med"/>
          </a:ln>
        </p:spPr>
      </p:sp>
      <p:sp>
        <p:nvSpPr>
          <p:cNvPr id="32771" name="Notes Placeholder 2"/>
          <p:cNvSpPr>
            <a:spLocks noGrp="1" noChangeArrowheads="1"/>
          </p:cNvSpPr>
          <p:nvPr>
            <p:ph type="body" idx="1"/>
          </p:nvPr>
        </p:nvSpPr>
        <p:spPr>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a:lstStyle/>
          <a:p>
            <a:endParaRPr lang="en-CA" altLang="en-US"/>
          </a:p>
        </p:txBody>
      </p:sp>
      <p:sp>
        <p:nvSpPr>
          <p:cNvPr id="32772" name="Slide Number Placeholder 3"/>
          <p:cNvSpPr>
            <a:spLocks noGrp="1" noChangeArrowheads="1"/>
          </p:cNvSpPr>
          <p:nvPr/>
        </p:nvSpPr>
        <p:spPr bwMode="auto">
          <a:xfrm>
            <a:off x="3970338" y="8772525"/>
            <a:ext cx="3038475"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fld id="{A91CD196-ECEE-40A7-8FB7-5332CB64A14C}" type="slidenum">
              <a:rPr lang="en-US" altLang="en-US"/>
              <a:pPr eaLnBrk="0" hangingPunct="0"/>
              <a:t>11</a:t>
            </a:fld>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ChangeArrowheads="1" noTextEdit="1"/>
          </p:cNvSpPr>
          <p:nvPr>
            <p:ph type="sldImg"/>
          </p:nvPr>
        </p:nvSpPr>
        <p:spPr>
          <a:ln cap="flat">
            <a:headEnd type="none" w="med" len="med"/>
            <a:tailEnd type="none" w="med" len="med"/>
          </a:ln>
        </p:spPr>
      </p:sp>
      <p:sp>
        <p:nvSpPr>
          <p:cNvPr id="34819" name="Notes Placeholder 2"/>
          <p:cNvSpPr>
            <a:spLocks noGrp="1" noChangeArrowheads="1"/>
          </p:cNvSpPr>
          <p:nvPr>
            <p:ph type="body" idx="1"/>
          </p:nvPr>
        </p:nvSpPr>
        <p:spPr>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a:lstStyle/>
          <a:p>
            <a:endParaRPr lang="en-CA" altLang="en-US"/>
          </a:p>
        </p:txBody>
      </p:sp>
      <p:sp>
        <p:nvSpPr>
          <p:cNvPr id="34820" name="Slide Number Placeholder 3"/>
          <p:cNvSpPr>
            <a:spLocks noGrp="1" noChangeArrowheads="1"/>
          </p:cNvSpPr>
          <p:nvPr/>
        </p:nvSpPr>
        <p:spPr bwMode="auto">
          <a:xfrm>
            <a:off x="3970338" y="8772525"/>
            <a:ext cx="3038475"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fld id="{3BBDD48E-462B-405A-B240-E892F0E73770}" type="slidenum">
              <a:rPr lang="en-US" altLang="en-US"/>
              <a:pPr eaLnBrk="0" hangingPunct="0"/>
              <a:t>12</a:t>
            </a:fld>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ChangeArrowheads="1" noTextEdit="1"/>
          </p:cNvSpPr>
          <p:nvPr>
            <p:ph type="sldImg"/>
          </p:nvPr>
        </p:nvSpPr>
        <p:spPr>
          <a:ln cap="flat">
            <a:headEnd type="none" w="med" len="med"/>
            <a:tailEnd type="none" w="med" len="med"/>
          </a:ln>
        </p:spPr>
      </p:sp>
      <p:sp>
        <p:nvSpPr>
          <p:cNvPr id="36867" name="Notes Placeholder 2"/>
          <p:cNvSpPr>
            <a:spLocks noGrp="1" noChangeArrowheads="1"/>
          </p:cNvSpPr>
          <p:nvPr>
            <p:ph type="body" idx="1"/>
          </p:nvPr>
        </p:nvSpPr>
        <p:spPr>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a:lstStyle/>
          <a:p>
            <a:endParaRPr lang="en-CA" altLang="en-US"/>
          </a:p>
        </p:txBody>
      </p:sp>
      <p:sp>
        <p:nvSpPr>
          <p:cNvPr id="36868" name="Slide Number Placeholder 3"/>
          <p:cNvSpPr>
            <a:spLocks noGrp="1" noChangeArrowheads="1"/>
          </p:cNvSpPr>
          <p:nvPr/>
        </p:nvSpPr>
        <p:spPr bwMode="auto">
          <a:xfrm>
            <a:off x="3970338" y="8772525"/>
            <a:ext cx="3038475"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fld id="{A3DAE894-5167-4F2A-B538-4C7EDB50B9DF}" type="slidenum">
              <a:rPr lang="en-US" altLang="en-US"/>
              <a:pPr eaLnBrk="0" hangingPunct="0"/>
              <a:t>13</a:t>
            </a:fld>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p:cNvSpPr>
            <a:spLocks noGrp="1" noRot="1" noChangeAspect="1" noChangeArrowheads="1" noTextEdit="1"/>
          </p:cNvSpPr>
          <p:nvPr>
            <p:ph type="sldImg"/>
          </p:nvPr>
        </p:nvSpPr>
        <p:spPr>
          <a:ln cap="flat">
            <a:headEnd type="none" w="med" len="med"/>
            <a:tailEnd type="none" w="med" len="med"/>
          </a:ln>
        </p:spPr>
      </p:sp>
      <p:sp>
        <p:nvSpPr>
          <p:cNvPr id="71683" name="Notes Placeholder 2"/>
          <p:cNvSpPr>
            <a:spLocks noGrp="1" noChangeArrowheads="1"/>
          </p:cNvSpPr>
          <p:nvPr>
            <p:ph type="body" idx="1"/>
          </p:nvPr>
        </p:nvSpPr>
        <p:spPr>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a:lstStyle/>
          <a:p>
            <a:endParaRPr lang="en-CA" altLang="en-US"/>
          </a:p>
        </p:txBody>
      </p:sp>
      <p:sp>
        <p:nvSpPr>
          <p:cNvPr id="71684" name="Slide Number Placeholder 3"/>
          <p:cNvSpPr>
            <a:spLocks noGrp="1" noChangeArrowheads="1"/>
          </p:cNvSpPr>
          <p:nvPr/>
        </p:nvSpPr>
        <p:spPr bwMode="auto">
          <a:xfrm>
            <a:off x="3970338" y="8772525"/>
            <a:ext cx="3038475"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fld id="{C8025A6D-7809-4792-97D4-0C56F3D986F8}" type="slidenum">
              <a:rPr lang="en-US" altLang="en-US"/>
              <a:pPr eaLnBrk="0" hangingPunct="0"/>
              <a:t>14</a:t>
            </a:fld>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Image Placeholder 1"/>
          <p:cNvSpPr>
            <a:spLocks noGrp="1" noRot="1" noChangeAspect="1" noChangeArrowheads="1" noTextEdit="1"/>
          </p:cNvSpPr>
          <p:nvPr>
            <p:ph type="sldImg"/>
          </p:nvPr>
        </p:nvSpPr>
        <p:spPr>
          <a:ln cap="flat">
            <a:headEnd type="none" w="med" len="med"/>
            <a:tailEnd type="none" w="med" len="med"/>
          </a:ln>
        </p:spPr>
      </p:sp>
      <p:sp>
        <p:nvSpPr>
          <p:cNvPr id="75779" name="Notes Placeholder 2"/>
          <p:cNvSpPr>
            <a:spLocks noGrp="1" noChangeArrowheads="1"/>
          </p:cNvSpPr>
          <p:nvPr>
            <p:ph type="body" idx="1"/>
          </p:nvPr>
        </p:nvSpPr>
        <p:spPr>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a:lstStyle/>
          <a:p>
            <a:endParaRPr lang="en-CA" altLang="en-US"/>
          </a:p>
        </p:txBody>
      </p:sp>
      <p:sp>
        <p:nvSpPr>
          <p:cNvPr id="75780" name="Slide Number Placeholder 3"/>
          <p:cNvSpPr>
            <a:spLocks noGrp="1" noChangeArrowheads="1"/>
          </p:cNvSpPr>
          <p:nvPr/>
        </p:nvSpPr>
        <p:spPr bwMode="auto">
          <a:xfrm>
            <a:off x="3970338" y="8772525"/>
            <a:ext cx="3038475"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fld id="{2521D298-17CE-4D34-B433-E8CFDBA9DC3F}" type="slidenum">
              <a:rPr lang="en-US" altLang="en-US"/>
              <a:pPr eaLnBrk="0" hangingPunct="0"/>
              <a:t>15</a:t>
            </a:fld>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ChangeArrowheads="1" noTextEdit="1"/>
          </p:cNvSpPr>
          <p:nvPr>
            <p:ph type="sldImg"/>
          </p:nvPr>
        </p:nvSpPr>
        <p:spPr>
          <a:ln cap="flat">
            <a:headEnd type="none" w="med" len="med"/>
            <a:tailEnd type="none" w="med" len="med"/>
          </a:ln>
        </p:spPr>
      </p:sp>
      <p:sp>
        <p:nvSpPr>
          <p:cNvPr id="45059" name="Notes Placeholder 2"/>
          <p:cNvSpPr>
            <a:spLocks noGrp="1" noChangeArrowheads="1"/>
          </p:cNvSpPr>
          <p:nvPr>
            <p:ph type="body" idx="1"/>
          </p:nvPr>
        </p:nvSpPr>
        <p:spPr>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a:lstStyle/>
          <a:p>
            <a:endParaRPr lang="en-CA" altLang="en-US"/>
          </a:p>
        </p:txBody>
      </p:sp>
      <p:sp>
        <p:nvSpPr>
          <p:cNvPr id="45060" name="Slide Number Placeholder 3"/>
          <p:cNvSpPr>
            <a:spLocks noGrp="1" noChangeArrowheads="1"/>
          </p:cNvSpPr>
          <p:nvPr/>
        </p:nvSpPr>
        <p:spPr bwMode="auto">
          <a:xfrm>
            <a:off x="3970338" y="8772525"/>
            <a:ext cx="3038475"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fld id="{6C0BDDB6-4679-463E-BCFA-2742E3D46E31}" type="slidenum">
              <a:rPr lang="en-US" altLang="en-US"/>
              <a:pPr eaLnBrk="0" hangingPunct="0"/>
              <a:t>16</a:t>
            </a:fld>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Image Placeholder 1"/>
          <p:cNvSpPr>
            <a:spLocks noGrp="1" noRot="1" noChangeAspect="1" noChangeArrowheads="1" noTextEdit="1"/>
          </p:cNvSpPr>
          <p:nvPr>
            <p:ph type="sldImg"/>
          </p:nvPr>
        </p:nvSpPr>
        <p:spPr>
          <a:ln cap="flat">
            <a:headEnd type="none" w="med" len="med"/>
            <a:tailEnd type="none" w="med" len="med"/>
          </a:ln>
        </p:spPr>
      </p:sp>
      <p:sp>
        <p:nvSpPr>
          <p:cNvPr id="77827" name="Notes Placeholder 2"/>
          <p:cNvSpPr>
            <a:spLocks noGrp="1" noChangeArrowheads="1"/>
          </p:cNvSpPr>
          <p:nvPr>
            <p:ph type="body" idx="1"/>
          </p:nvPr>
        </p:nvSpPr>
        <p:spPr>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a:lstStyle/>
          <a:p>
            <a:endParaRPr lang="en-CA" altLang="en-US"/>
          </a:p>
        </p:txBody>
      </p:sp>
      <p:sp>
        <p:nvSpPr>
          <p:cNvPr id="77828" name="Slide Number Placeholder 3"/>
          <p:cNvSpPr>
            <a:spLocks noGrp="1" noChangeArrowheads="1"/>
          </p:cNvSpPr>
          <p:nvPr/>
        </p:nvSpPr>
        <p:spPr bwMode="auto">
          <a:xfrm>
            <a:off x="3970338" y="8772525"/>
            <a:ext cx="3038475"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fld id="{3DF02F43-E876-48B7-8837-1673FDC6FC60}" type="slidenum">
              <a:rPr lang="en-US" altLang="en-US"/>
              <a:pPr eaLnBrk="0" hangingPunct="0"/>
              <a:t>17</a:t>
            </a:fld>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ChangeArrowheads="1" noTextEdit="1"/>
          </p:cNvSpPr>
          <p:nvPr>
            <p:ph type="sldImg"/>
          </p:nvPr>
        </p:nvSpPr>
        <p:spPr>
          <a:ln cap="flat">
            <a:headEnd type="none" w="med" len="med"/>
            <a:tailEnd type="none" w="med" len="med"/>
          </a:ln>
        </p:spPr>
      </p:sp>
      <p:sp>
        <p:nvSpPr>
          <p:cNvPr id="47107" name="Notes Placeholder 2"/>
          <p:cNvSpPr>
            <a:spLocks noGrp="1" noChangeArrowheads="1"/>
          </p:cNvSpPr>
          <p:nvPr>
            <p:ph type="body" idx="1"/>
          </p:nvPr>
        </p:nvSpPr>
        <p:spPr>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a:lstStyle/>
          <a:p>
            <a:endParaRPr lang="en-CA" altLang="en-US"/>
          </a:p>
        </p:txBody>
      </p:sp>
      <p:sp>
        <p:nvSpPr>
          <p:cNvPr id="47108" name="Slide Number Placeholder 3"/>
          <p:cNvSpPr>
            <a:spLocks noGrp="1" noChangeArrowheads="1"/>
          </p:cNvSpPr>
          <p:nvPr/>
        </p:nvSpPr>
        <p:spPr bwMode="auto">
          <a:xfrm>
            <a:off x="3970338" y="8772525"/>
            <a:ext cx="3038475"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fld id="{D9C9F50C-8B39-49F9-A440-684FD00180A5}" type="slidenum">
              <a:rPr lang="en-US" altLang="en-US"/>
              <a:pPr eaLnBrk="0" hangingPunct="0"/>
              <a:t>18</a:t>
            </a:fld>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ChangeArrowheads="1" noTextEdit="1"/>
          </p:cNvSpPr>
          <p:nvPr>
            <p:ph type="sldImg"/>
          </p:nvPr>
        </p:nvSpPr>
        <p:spPr>
          <a:ln cap="flat">
            <a:headEnd type="none" w="med" len="med"/>
            <a:tailEnd type="none" w="med" len="med"/>
          </a:ln>
        </p:spPr>
      </p:sp>
      <p:sp>
        <p:nvSpPr>
          <p:cNvPr id="73731" name="Notes Placeholder 2"/>
          <p:cNvSpPr>
            <a:spLocks noGrp="1" noChangeArrowheads="1"/>
          </p:cNvSpPr>
          <p:nvPr>
            <p:ph type="body" idx="1"/>
          </p:nvPr>
        </p:nvSpPr>
        <p:spPr>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a:lstStyle/>
          <a:p>
            <a:endParaRPr lang="en-CA" altLang="en-US"/>
          </a:p>
        </p:txBody>
      </p:sp>
      <p:sp>
        <p:nvSpPr>
          <p:cNvPr id="73732" name="Slide Number Placeholder 3"/>
          <p:cNvSpPr>
            <a:spLocks noGrp="1" noChangeArrowheads="1"/>
          </p:cNvSpPr>
          <p:nvPr/>
        </p:nvSpPr>
        <p:spPr bwMode="auto">
          <a:xfrm>
            <a:off x="3970338" y="8772525"/>
            <a:ext cx="3038475"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fld id="{CF9C358E-0B65-4F64-97B2-8B934FEF8BAA}" type="slidenum">
              <a:rPr lang="en-US" altLang="en-US"/>
              <a:pPr eaLnBrk="0" hangingPunct="0"/>
              <a:t>19</a:t>
            </a:fld>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Image Placeholder 1"/>
          <p:cNvSpPr>
            <a:spLocks noGrp="1" noRot="1" noChangeAspect="1" noChangeArrowheads="1" noTextEdit="1"/>
          </p:cNvSpPr>
          <p:nvPr>
            <p:ph type="sldImg"/>
          </p:nvPr>
        </p:nvSpPr>
        <p:spPr>
          <a:ln cap="flat">
            <a:headEnd type="none" w="med" len="med"/>
            <a:tailEnd type="none" w="med" len="med"/>
          </a:ln>
        </p:spPr>
      </p:sp>
      <p:sp>
        <p:nvSpPr>
          <p:cNvPr id="79875" name="Notes Placeholder 2"/>
          <p:cNvSpPr>
            <a:spLocks noGrp="1" noChangeArrowheads="1"/>
          </p:cNvSpPr>
          <p:nvPr>
            <p:ph type="body" idx="1"/>
          </p:nvPr>
        </p:nvSpPr>
        <p:spPr>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a:lstStyle/>
          <a:p>
            <a:endParaRPr lang="en-CA" altLang="en-US"/>
          </a:p>
        </p:txBody>
      </p:sp>
      <p:sp>
        <p:nvSpPr>
          <p:cNvPr id="79876" name="Slide Number Placeholder 3"/>
          <p:cNvSpPr>
            <a:spLocks noGrp="1" noChangeArrowheads="1"/>
          </p:cNvSpPr>
          <p:nvPr/>
        </p:nvSpPr>
        <p:spPr bwMode="auto">
          <a:xfrm>
            <a:off x="3970338" y="8772525"/>
            <a:ext cx="3038475"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fld id="{749A1C4C-DB46-44CB-B36A-965A80166572}" type="slidenum">
              <a:rPr lang="en-US" altLang="en-US"/>
              <a:pPr eaLnBrk="0" hangingPunct="0"/>
              <a:t>20</a:t>
            </a:fld>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21" name="Slide Image Placeholder 1"/>
          <p:cNvSpPr>
            <a:spLocks noGrp="1" noRot="1" noChangeAspect="1" noChangeArrowheads="1"/>
          </p:cNvSpPr>
          <p:nvPr>
            <p:ph type="sldImg"/>
          </p:nvPr>
        </p:nvSpPr>
        <p:spPr bwMode="auto">
          <a:xfrm>
            <a:off x="1427163" y="1154113"/>
            <a:ext cx="4156075" cy="3117850"/>
          </a:xfrm>
          <a:prstGeom prst="rect">
            <a:avLst/>
          </a:prstGeom>
          <a:noFill/>
          <a:ln w="12700" cap="flat" algn="ctr">
            <a:solidFill>
              <a:srgbClr val="000000"/>
            </a:solidFill>
            <a:round/>
            <a:headEnd type="none" w="med" len="med"/>
            <a:tailEnd type="none" w="med" len="med"/>
          </a:ln>
          <a:extLst>
            <a:ext uri="{909E8E84-426E-40DD-AFC4-6F175D3DCCD1}">
              <a14:hiddenFill xmlns:a14="http://schemas.microsoft.com/office/drawing/2010/main">
                <a:solidFill>
                  <a:srgbClr val="FFFFFF"/>
                </a:solidFill>
              </a14:hiddenFill>
            </a:ext>
          </a:extLst>
        </p:spPr>
      </p:sp>
      <p:sp>
        <p:nvSpPr>
          <p:cNvPr id="4122" name="Notes Placeholder 2"/>
          <p:cNvSpPr>
            <a:spLocks noGrp="1" noChangeArrowheads="1"/>
          </p:cNvSpPr>
          <p:nvPr>
            <p:ph type="body" idx="1"/>
          </p:nvPr>
        </p:nvSpPr>
        <p:spPr bwMode="auto">
          <a:xfrm>
            <a:off x="701675" y="4445000"/>
            <a:ext cx="5607050" cy="363696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ltLang="en-US"/>
          </a:p>
        </p:txBody>
      </p:sp>
      <p:sp>
        <p:nvSpPr>
          <p:cNvPr id="4123" name="Slide Number Placeholder 3"/>
          <p:cNvSpPr>
            <a:spLocks noGrp="1" noChangeArrowheads="1"/>
          </p:cNvSpPr>
          <p:nvPr/>
        </p:nvSpPr>
        <p:spPr bwMode="auto">
          <a:xfrm>
            <a:off x="3970338" y="8772525"/>
            <a:ext cx="3038475"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fld id="{D849C00E-34F7-40B5-9DE4-A6F0B9D703A1}" type="slidenum">
              <a:rPr lang="en-US" altLang="en-US"/>
              <a:pPr eaLnBrk="0" hangingPunct="0"/>
              <a:t>21</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050" name="Right Triangle 3"/>
          <p:cNvSpPr>
            <a:spLocks noChangeArrowheads="1"/>
          </p:cNvSpPr>
          <p:nvPr/>
        </p:nvSpPr>
        <p:spPr bwMode="auto">
          <a:xfrm>
            <a:off x="0" y="4664075"/>
            <a:ext cx="9150350" cy="0"/>
          </a:xfrm>
          <a:prstGeom prst="rtTriangle">
            <a:avLst/>
          </a:prstGeom>
          <a:gradFill rotWithShape="1">
            <a:gsLst>
              <a:gs pos="0">
                <a:srgbClr val="007897"/>
              </a:gs>
              <a:gs pos="54999">
                <a:srgbClr val="4ABBE0"/>
              </a:gs>
              <a:gs pos="100000">
                <a:srgbClr val="007897"/>
              </a:gs>
            </a:gsLst>
            <a:lin ang="3000000"/>
          </a:gradFill>
          <a:ln>
            <a:noFill/>
          </a:ln>
          <a:effectLst/>
          <a:extLst>
            <a:ext uri="{91240B29-F687-4F45-9708-019B960494DF}">
              <a14:hiddenLine xmlns:a14="http://schemas.microsoft.com/office/drawing/2010/main" w="12700" cap="rnd" cmpd="thickThin"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endParaRPr lang="en-CA" altLang="en-US"/>
          </a:p>
        </p:txBody>
      </p:sp>
      <p:grpSp>
        <p:nvGrpSpPr>
          <p:cNvPr id="2051" name="Group 3"/>
          <p:cNvGrpSpPr>
            <a:grpSpLocks/>
          </p:cNvGrpSpPr>
          <p:nvPr/>
        </p:nvGrpSpPr>
        <p:grpSpPr bwMode="auto">
          <a:xfrm>
            <a:off x="-3175" y="4953000"/>
            <a:ext cx="9147175" cy="1911350"/>
            <a:chOff x="-3765" y="4832896"/>
            <a:chExt cx="9147765" cy="2032192"/>
          </a:xfrm>
        </p:grpSpPr>
        <p:sp>
          <p:nvSpPr>
            <p:cNvPr id="2052" name="Freeform 5"/>
            <p:cNvSpPr>
              <a:spLocks/>
            </p:cNvSpPr>
            <p:nvPr/>
          </p:nvSpPr>
          <p:spPr bwMode="auto">
            <a:xfrm>
              <a:off x="1687032" y="4832896"/>
              <a:ext cx="7456968" cy="518176"/>
            </a:xfrm>
            <a:custGeom>
              <a:avLst/>
              <a:gdLst>
                <a:gd name="T0" fmla="*/ 4697 w 4697"/>
                <a:gd name="T1" fmla="*/ 0 h 367"/>
                <a:gd name="T2" fmla="*/ 4697 w 4697"/>
                <a:gd name="T3" fmla="*/ 367 h 367"/>
                <a:gd name="T4" fmla="*/ 0 w 4697"/>
                <a:gd name="T5" fmla="*/ 218 h 367"/>
                <a:gd name="T6" fmla="*/ 4697 w 4697"/>
                <a:gd name="T7" fmla="*/ 0 h 367"/>
              </a:gdLst>
              <a:ahLst/>
              <a:cxnLst>
                <a:cxn ang="0">
                  <a:pos x="T0" y="T1"/>
                </a:cxn>
                <a:cxn ang="0">
                  <a:pos x="T2" y="T3"/>
                </a:cxn>
                <a:cxn ang="0">
                  <a:pos x="T4" y="T5"/>
                </a:cxn>
                <a:cxn ang="0">
                  <a:pos x="T6" y="T7"/>
                </a:cxn>
              </a:cxnLst>
              <a:rect l="0" t="0" r="r" b="b"/>
              <a:pathLst>
                <a:path w="4697" h="367">
                  <a:moveTo>
                    <a:pt x="4697" y="0"/>
                  </a:moveTo>
                  <a:lnTo>
                    <a:pt x="4697" y="367"/>
                  </a:lnTo>
                  <a:lnTo>
                    <a:pt x="0" y="218"/>
                  </a:lnTo>
                  <a:lnTo>
                    <a:pt x="4697" y="0"/>
                  </a:lnTo>
                  <a:close/>
                </a:path>
              </a:pathLst>
            </a:custGeom>
            <a:solidFill>
              <a:srgbClr val="9FCBDC">
                <a:alpha val="39999"/>
              </a:srgbClr>
            </a:solidFill>
            <a:ln>
              <a:noFill/>
            </a:ln>
            <a:effectLst/>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endParaRPr lang="en-CA" altLang="en-US">
                <a:latin typeface="Lucida Sans Unicode" panose="020B0602030504020204" pitchFamily="34" charset="0"/>
              </a:endParaRPr>
            </a:p>
          </p:txBody>
        </p:sp>
        <p:sp>
          <p:nvSpPr>
            <p:cNvPr id="2053" name="Freeform 6"/>
            <p:cNvSpPr>
              <a:spLocks/>
            </p:cNvSpPr>
            <p:nvPr/>
          </p:nvSpPr>
          <p:spPr bwMode="auto">
            <a:xfrm>
              <a:off x="35926" y="5135025"/>
              <a:ext cx="9108074" cy="838869"/>
            </a:xfrm>
            <a:custGeom>
              <a:avLst/>
              <a:gdLst>
                <a:gd name="T0" fmla="*/ 0 w 5760"/>
                <a:gd name="T1" fmla="*/ 0 h 528"/>
                <a:gd name="T2" fmla="*/ 5760 w 5760"/>
                <a:gd name="T3" fmla="*/ 0 h 528"/>
                <a:gd name="T4" fmla="*/ 5760 w 5760"/>
                <a:gd name="T5" fmla="*/ 528 h 528"/>
                <a:gd name="T6" fmla="*/ 48 w 5760"/>
                <a:gd name="T7" fmla="*/ 0 h 528"/>
              </a:gdLst>
              <a:ahLst/>
              <a:cxnLst>
                <a:cxn ang="0">
                  <a:pos x="T0" y="T1"/>
                </a:cxn>
                <a:cxn ang="0">
                  <a:pos x="T2" y="T3"/>
                </a:cxn>
                <a:cxn ang="0">
                  <a:pos x="T4" y="T5"/>
                </a:cxn>
                <a:cxn ang="0">
                  <a:pos x="T6" y="T7"/>
                </a:cxn>
              </a:cxnLst>
              <a:rect l="0" t="0" r="r" b="b"/>
              <a:pathLst>
                <a:path w="5760" h="528">
                  <a:moveTo>
                    <a:pt x="0" y="0"/>
                  </a:moveTo>
                  <a:lnTo>
                    <a:pt x="5760" y="0"/>
                  </a:lnTo>
                  <a:lnTo>
                    <a:pt x="5760" y="528"/>
                  </a:lnTo>
                  <a:lnTo>
                    <a:pt x="48" y="0"/>
                  </a:lnTo>
                </a:path>
              </a:pathLst>
            </a:custGeom>
            <a:solidFill>
              <a:srgbClr val="000000"/>
            </a:solidFill>
            <a:ln>
              <a:noFill/>
            </a:ln>
            <a:effectLst/>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endParaRPr lang="en-CA" altLang="en-US">
                <a:latin typeface="Lucida Sans Unicode" panose="020B0602030504020204" pitchFamily="34" charset="0"/>
              </a:endParaRPr>
            </a:p>
          </p:txBody>
        </p:sp>
        <p:sp>
          <p:nvSpPr>
            <p:cNvPr id="2054" name="Freeform 7"/>
            <p:cNvSpPr>
              <a:spLocks/>
            </p:cNvSpPr>
            <p:nvPr/>
          </p:nvSpPr>
          <p:spPr bwMode="auto">
            <a:xfrm>
              <a:off x="0" y="4883888"/>
              <a:ext cx="9144000" cy="1981200"/>
            </a:xfrm>
            <a:custGeom>
              <a:avLst/>
              <a:gdLst>
                <a:gd name="T0" fmla="*/ 0 w 5760"/>
                <a:gd name="T1" fmla="*/ 0 h 1248"/>
                <a:gd name="T2" fmla="*/ 0 w 5760"/>
                <a:gd name="T3" fmla="*/ 1248 h 1248"/>
                <a:gd name="T4" fmla="*/ 5760 w 5760"/>
                <a:gd name="T5" fmla="*/ 1248 h 1248"/>
                <a:gd name="T6" fmla="*/ 5760 w 5760"/>
                <a:gd name="T7" fmla="*/ 528 h 1248"/>
                <a:gd name="T8" fmla="*/ 0 w 5760"/>
                <a:gd name="T9" fmla="*/ 0 h 1248"/>
              </a:gdLst>
              <a:ahLst/>
              <a:cxnLst>
                <a:cxn ang="0">
                  <a:pos x="T0" y="T1"/>
                </a:cxn>
                <a:cxn ang="0">
                  <a:pos x="T2" y="T3"/>
                </a:cxn>
                <a:cxn ang="0">
                  <a:pos x="T4" y="T5"/>
                </a:cxn>
                <a:cxn ang="0">
                  <a:pos x="T6" y="T7"/>
                </a:cxn>
                <a:cxn ang="0">
                  <a:pos x="T8" y="T9"/>
                </a:cxn>
              </a:cxnLst>
              <a:rect l="0" t="0" r="r" b="b"/>
              <a:pathLst>
                <a:path w="5760" h="1248">
                  <a:moveTo>
                    <a:pt x="0" y="0"/>
                  </a:moveTo>
                  <a:lnTo>
                    <a:pt x="0" y="1248"/>
                  </a:lnTo>
                  <a:lnTo>
                    <a:pt x="5760" y="1248"/>
                  </a:lnTo>
                  <a:lnTo>
                    <a:pt x="5760" y="528"/>
                  </a:lnTo>
                  <a:lnTo>
                    <a:pt x="0" y="0"/>
                  </a:lnTo>
                  <a:close/>
                </a:path>
              </a:pathLst>
            </a:custGeom>
            <a:blipFill dpi="0" rotWithShape="0">
              <a:blip r:embed="rId2">
                <a:alphaModFix amt="50000"/>
              </a:blip>
              <a:srcRect/>
              <a:tile tx="0" ty="0" sx="100000" sy="100000" flip="none" algn="tl"/>
            </a:blipFill>
            <a:ln>
              <a:noFill/>
            </a:ln>
            <a:effectLst>
              <a:outerShdw dist="35921" dir="2700000" algn="ctr" rotWithShape="0">
                <a:schemeClr val="bg2"/>
              </a:outerShdw>
            </a:effectLst>
            <a:extLst>
              <a:ext uri="{91240B29-F687-4F45-9708-019B960494DF}">
                <a14:hiddenLine xmlns:a14="http://schemas.microsoft.com/office/drawing/2010/main" w="12700" cap="rnd" cmpd="thickThin" algn="ctr">
                  <a:solidFill>
                    <a:srgbClr val="000000"/>
                  </a:solidFill>
                  <a:prstDash val="solid"/>
                  <a:round/>
                  <a:headEnd type="none" w="med" len="med"/>
                  <a:tailEnd type="none" w="med" len="med"/>
                </a14:hiddenLine>
              </a:ext>
            </a:extLst>
          </p:spPr>
          <p:txBody>
            <a:bodyPr anchor="ctr"/>
            <a:lstStyle/>
            <a:p>
              <a:pPr algn="ctr" eaLnBrk="0" hangingPunct="0"/>
              <a:endParaRPr lang="en-CA" altLang="en-US"/>
            </a:p>
          </p:txBody>
        </p:sp>
        <p:sp>
          <p:nvSpPr>
            <p:cNvPr id="2055" name="Straight Connector 9"/>
            <p:cNvSpPr>
              <a:spLocks noChangeShapeType="1"/>
            </p:cNvSpPr>
            <p:nvPr/>
          </p:nvSpPr>
          <p:spPr bwMode="auto">
            <a:xfrm>
              <a:off x="-3765" y="4880373"/>
              <a:ext cx="9147765" cy="839943"/>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065" algn="ctr">
                  <a:solidFill>
                    <a:srgbClr val="000000"/>
                  </a:solidFill>
                  <a:round/>
                  <a:headEnd/>
                  <a:tailEnd/>
                </a14:hiddenLine>
              </a:ext>
            </a:extLst>
          </p:spPr>
          <p:txBody>
            <a:bodyPr/>
            <a:lstStyle/>
            <a:p>
              <a:endParaRPr lang="en-US"/>
            </a:p>
          </p:txBody>
        </p:sp>
      </p:grpSp>
      <p:sp>
        <p:nvSpPr>
          <p:cNvPr id="2056" name="Title 8"/>
          <p:cNvSpPr>
            <a:spLocks noGrp="1" noChangeArrowheads="1"/>
          </p:cNvSpPr>
          <p:nvPr>
            <p:ph type="ctrTitle"/>
          </p:nvPr>
        </p:nvSpPr>
        <p:spPr>
          <a:xfrm>
            <a:off x="685800" y="1752600"/>
            <a:ext cx="7772400" cy="1830388"/>
          </a:xfrm>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anchor="b"/>
          <a:lstStyle>
            <a:lvl1pPr algn="r">
              <a:defRPr sz="4800"/>
            </a:lvl1pPr>
          </a:lstStyle>
          <a:p>
            <a:pPr lvl="0"/>
            <a:r>
              <a:rPr lang="en-US" altLang="en-US" noProof="0"/>
              <a:t>Click to edit Master title style</a:t>
            </a:r>
          </a:p>
        </p:txBody>
      </p:sp>
      <p:sp>
        <p:nvSpPr>
          <p:cNvPr id="2057" name="Subtitle 16"/>
          <p:cNvSpPr>
            <a:spLocks noGrp="1" noChangeArrowheads="1"/>
          </p:cNvSpPr>
          <p:nvPr>
            <p:ph type="subTitle" idx="1"/>
          </p:nvPr>
        </p:nvSpPr>
        <p:spPr>
          <a:xfrm>
            <a:off x="685800" y="3611563"/>
            <a:ext cx="7772400" cy="1200150"/>
          </a:xfrm>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45720" rIns="45720"/>
          <a:lstStyle>
            <a:lvl1pPr marL="0" indent="0" algn="r">
              <a:buFont typeface="Wingdings 3" panose="05040102010807070707" pitchFamily="18" charset="2"/>
              <a:buNone/>
              <a:defRPr>
                <a:solidFill>
                  <a:schemeClr val="tx2"/>
                </a:solidFill>
              </a:defRPr>
            </a:lvl1pPr>
          </a:lstStyle>
          <a:p>
            <a:pPr lvl="0"/>
            <a:r>
              <a:rPr lang="en-US" altLang="en-US" noProof="0"/>
              <a:t>Click to edit Master subtitle style</a:t>
            </a:r>
          </a:p>
        </p:txBody>
      </p:sp>
      <p:sp>
        <p:nvSpPr>
          <p:cNvPr id="2058" name="Footer Placeholder 18"/>
          <p:cNvSpPr>
            <a:spLocks noGrp="1" noChangeArrowheads="1"/>
          </p:cNvSpPr>
          <p:nvPr>
            <p:ph type="ftr" sz="quarter" idx="2"/>
          </p:nvPr>
        </p:nvSpPr>
        <p:spPr>
          <a:xfrm>
            <a:off x="6270625" y="6408738"/>
            <a:ext cx="2351088" cy="365125"/>
          </a:xfrm>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anchor="t"/>
          <a:lstStyle>
            <a:lvl1pPr algn="l" eaLnBrk="0" hangingPunct="0">
              <a:defRPr sz="1800">
                <a:latin typeface="Arial" panose="020B0604020202020204" pitchFamily="34" charset="0"/>
              </a:defRPr>
            </a:lvl1pPr>
          </a:lstStyle>
          <a:p>
            <a:r>
              <a:rPr lang="en-US" altLang="en-US"/>
              <a:t>K. Lorenc - Last updated 2016/08/01</a:t>
            </a:r>
          </a:p>
        </p:txBody>
      </p:sp>
      <p:sp>
        <p:nvSpPr>
          <p:cNvPr id="2059" name="Slide Number Placeholder 26"/>
          <p:cNvSpPr>
            <a:spLocks noGrp="1" noChangeArrowheads="1"/>
          </p:cNvSpPr>
          <p:nvPr>
            <p:ph type="sldNum" sz="quarter" idx="3"/>
          </p:nvPr>
        </p:nvSpPr>
        <p:spPr>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anchor="t"/>
          <a:lstStyle>
            <a:lvl1pPr algn="l" eaLnBrk="0" hangingPunct="0">
              <a:defRPr sz="1800">
                <a:solidFill>
                  <a:srgbClr val="FFFFFF"/>
                </a:solidFill>
                <a:latin typeface="Arial" panose="020B0604020202020204" pitchFamily="34" charset="0"/>
              </a:defRPr>
            </a:lvl1pPr>
          </a:lstStyle>
          <a:p>
            <a:fld id="{55B4B338-C55E-4004-A875-E6192103A0F1}" type="slidenum">
              <a:rPr lang="en-US" altLang="en-US"/>
              <a:pPr/>
              <a:t>‹#›</a:t>
            </a:fld>
            <a:endParaRPr lang="en-US"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r>
              <a:rPr lang="en-US" altLang="en-US"/>
              <a:t>Last Updated: /13/2017</a:t>
            </a:r>
          </a:p>
        </p:txBody>
      </p:sp>
      <p:sp>
        <p:nvSpPr>
          <p:cNvPr id="5" name="Footer Placeholder 4"/>
          <p:cNvSpPr>
            <a:spLocks noGrp="1"/>
          </p:cNvSpPr>
          <p:nvPr>
            <p:ph type="ftr" sz="quarter" idx="11"/>
          </p:nvPr>
        </p:nvSpPr>
        <p:spPr/>
        <p:txBody>
          <a:bodyPr/>
          <a:lstStyle>
            <a:lvl1pPr>
              <a:defRPr/>
            </a:lvl1pPr>
          </a:lstStyle>
          <a:p>
            <a:r>
              <a:rPr lang="en-US" altLang="en-US"/>
              <a:t>K. Lorenc - Last updated 2016/08/01</a:t>
            </a:r>
          </a:p>
        </p:txBody>
      </p:sp>
      <p:sp>
        <p:nvSpPr>
          <p:cNvPr id="6" name="Slide Number Placeholder 5"/>
          <p:cNvSpPr>
            <a:spLocks noGrp="1"/>
          </p:cNvSpPr>
          <p:nvPr>
            <p:ph type="sldNum" sz="quarter" idx="12"/>
          </p:nvPr>
        </p:nvSpPr>
        <p:spPr/>
        <p:txBody>
          <a:bodyPr/>
          <a:lstStyle>
            <a:lvl1pPr>
              <a:defRPr/>
            </a:lvl1pPr>
          </a:lstStyle>
          <a:p>
            <a:fld id="{21747D45-8C2B-427F-A6EB-540C527115AB}" type="slidenum">
              <a:rPr lang="en-US" altLang="en-US"/>
              <a:pPr/>
              <a:t>‹#›</a:t>
            </a:fld>
            <a:endParaRPr lang="en-US" altLang="en-US"/>
          </a:p>
        </p:txBody>
      </p:sp>
    </p:spTree>
    <p:extLst>
      <p:ext uri="{BB962C8B-B14F-4D97-AF65-F5344CB8AC3E}">
        <p14:creationId xmlns:p14="http://schemas.microsoft.com/office/powerpoint/2010/main" val="39986709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Edit Master text styles</a:t>
            </a:r>
          </a:p>
        </p:txBody>
      </p:sp>
      <p:sp>
        <p:nvSpPr>
          <p:cNvPr id="4" name="Date Placeholder 3"/>
          <p:cNvSpPr>
            <a:spLocks noGrp="1"/>
          </p:cNvSpPr>
          <p:nvPr>
            <p:ph type="dt" sz="half" idx="10"/>
          </p:nvPr>
        </p:nvSpPr>
        <p:spPr/>
        <p:txBody>
          <a:bodyPr/>
          <a:lstStyle>
            <a:lvl1pPr>
              <a:defRPr/>
            </a:lvl1pPr>
          </a:lstStyle>
          <a:p>
            <a:r>
              <a:rPr lang="en-US" altLang="en-US"/>
              <a:t>Last Updated: /13/2017</a:t>
            </a:r>
          </a:p>
        </p:txBody>
      </p:sp>
      <p:sp>
        <p:nvSpPr>
          <p:cNvPr id="5" name="Footer Placeholder 4"/>
          <p:cNvSpPr>
            <a:spLocks noGrp="1"/>
          </p:cNvSpPr>
          <p:nvPr>
            <p:ph type="ftr" sz="quarter" idx="11"/>
          </p:nvPr>
        </p:nvSpPr>
        <p:spPr/>
        <p:txBody>
          <a:bodyPr/>
          <a:lstStyle>
            <a:lvl1pPr>
              <a:defRPr/>
            </a:lvl1pPr>
          </a:lstStyle>
          <a:p>
            <a:r>
              <a:rPr lang="en-US" altLang="en-US"/>
              <a:t>K. Lorenc - Last updated 2016/08/01</a:t>
            </a:r>
          </a:p>
        </p:txBody>
      </p:sp>
      <p:sp>
        <p:nvSpPr>
          <p:cNvPr id="6" name="Slide Number Placeholder 5"/>
          <p:cNvSpPr>
            <a:spLocks noGrp="1"/>
          </p:cNvSpPr>
          <p:nvPr>
            <p:ph type="sldNum" sz="quarter" idx="12"/>
          </p:nvPr>
        </p:nvSpPr>
        <p:spPr/>
        <p:txBody>
          <a:bodyPr/>
          <a:lstStyle>
            <a:lvl1pPr>
              <a:defRPr/>
            </a:lvl1pPr>
          </a:lstStyle>
          <a:p>
            <a:fld id="{4878196B-64E7-4C68-9BBA-80898D86B9C4}" type="slidenum">
              <a:rPr lang="en-US" altLang="en-US"/>
              <a:pPr/>
              <a:t>‹#›</a:t>
            </a:fld>
            <a:endParaRPr lang="en-US" altLang="en-US"/>
          </a:p>
        </p:txBody>
      </p:sp>
    </p:spTree>
    <p:extLst>
      <p:ext uri="{BB962C8B-B14F-4D97-AF65-F5344CB8AC3E}">
        <p14:creationId xmlns:p14="http://schemas.microsoft.com/office/powerpoint/2010/main" val="5391644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481138"/>
            <a:ext cx="4038600" cy="452596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481138"/>
            <a:ext cx="4038600" cy="452596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r>
              <a:rPr lang="en-US" altLang="en-US"/>
              <a:t>Last Updated: /13/2017</a:t>
            </a:r>
          </a:p>
        </p:txBody>
      </p:sp>
      <p:sp>
        <p:nvSpPr>
          <p:cNvPr id="6" name="Footer Placeholder 5"/>
          <p:cNvSpPr>
            <a:spLocks noGrp="1"/>
          </p:cNvSpPr>
          <p:nvPr>
            <p:ph type="ftr" sz="quarter" idx="11"/>
          </p:nvPr>
        </p:nvSpPr>
        <p:spPr/>
        <p:txBody>
          <a:bodyPr/>
          <a:lstStyle>
            <a:lvl1pPr>
              <a:defRPr/>
            </a:lvl1pPr>
          </a:lstStyle>
          <a:p>
            <a:r>
              <a:rPr lang="en-US" altLang="en-US"/>
              <a:t>K. Lorenc - Last updated 2016/08/01</a:t>
            </a:r>
          </a:p>
        </p:txBody>
      </p:sp>
      <p:sp>
        <p:nvSpPr>
          <p:cNvPr id="7" name="Slide Number Placeholder 6"/>
          <p:cNvSpPr>
            <a:spLocks noGrp="1"/>
          </p:cNvSpPr>
          <p:nvPr>
            <p:ph type="sldNum" sz="quarter" idx="12"/>
          </p:nvPr>
        </p:nvSpPr>
        <p:spPr/>
        <p:txBody>
          <a:bodyPr/>
          <a:lstStyle>
            <a:lvl1pPr>
              <a:defRPr/>
            </a:lvl1pPr>
          </a:lstStyle>
          <a:p>
            <a:fld id="{D1D67408-7DBD-43D9-AC53-C648FEA249C5}" type="slidenum">
              <a:rPr lang="en-US" altLang="en-US"/>
              <a:pPr/>
              <a:t>‹#›</a:t>
            </a:fld>
            <a:endParaRPr lang="en-US" altLang="en-US"/>
          </a:p>
        </p:txBody>
      </p:sp>
    </p:spTree>
    <p:extLst>
      <p:ext uri="{BB962C8B-B14F-4D97-AF65-F5344CB8AC3E}">
        <p14:creationId xmlns:p14="http://schemas.microsoft.com/office/powerpoint/2010/main" val="41988589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r>
              <a:rPr lang="en-US" altLang="en-US"/>
              <a:t>Last Updated: /13/2017</a:t>
            </a:r>
          </a:p>
        </p:txBody>
      </p:sp>
      <p:sp>
        <p:nvSpPr>
          <p:cNvPr id="8" name="Footer Placeholder 7"/>
          <p:cNvSpPr>
            <a:spLocks noGrp="1"/>
          </p:cNvSpPr>
          <p:nvPr>
            <p:ph type="ftr" sz="quarter" idx="11"/>
          </p:nvPr>
        </p:nvSpPr>
        <p:spPr/>
        <p:txBody>
          <a:bodyPr/>
          <a:lstStyle>
            <a:lvl1pPr>
              <a:defRPr/>
            </a:lvl1pPr>
          </a:lstStyle>
          <a:p>
            <a:r>
              <a:rPr lang="en-US" altLang="en-US"/>
              <a:t>K. Lorenc - Last updated 2016/08/01</a:t>
            </a:r>
          </a:p>
        </p:txBody>
      </p:sp>
      <p:sp>
        <p:nvSpPr>
          <p:cNvPr id="9" name="Slide Number Placeholder 8"/>
          <p:cNvSpPr>
            <a:spLocks noGrp="1"/>
          </p:cNvSpPr>
          <p:nvPr>
            <p:ph type="sldNum" sz="quarter" idx="12"/>
          </p:nvPr>
        </p:nvSpPr>
        <p:spPr/>
        <p:txBody>
          <a:bodyPr/>
          <a:lstStyle>
            <a:lvl1pPr>
              <a:defRPr/>
            </a:lvl1pPr>
          </a:lstStyle>
          <a:p>
            <a:fld id="{EE66471C-EBF4-4A54-8737-2724A2AFB491}" type="slidenum">
              <a:rPr lang="en-US" altLang="en-US"/>
              <a:pPr/>
              <a:t>‹#›</a:t>
            </a:fld>
            <a:endParaRPr lang="en-US" altLang="en-US"/>
          </a:p>
        </p:txBody>
      </p:sp>
    </p:spTree>
    <p:extLst>
      <p:ext uri="{BB962C8B-B14F-4D97-AF65-F5344CB8AC3E}">
        <p14:creationId xmlns:p14="http://schemas.microsoft.com/office/powerpoint/2010/main" val="42036323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r>
              <a:rPr lang="en-US" altLang="en-US"/>
              <a:t>Last Updated: /13/2017</a:t>
            </a:r>
          </a:p>
        </p:txBody>
      </p:sp>
      <p:sp>
        <p:nvSpPr>
          <p:cNvPr id="4" name="Footer Placeholder 3"/>
          <p:cNvSpPr>
            <a:spLocks noGrp="1"/>
          </p:cNvSpPr>
          <p:nvPr>
            <p:ph type="ftr" sz="quarter" idx="11"/>
          </p:nvPr>
        </p:nvSpPr>
        <p:spPr/>
        <p:txBody>
          <a:bodyPr/>
          <a:lstStyle>
            <a:lvl1pPr>
              <a:defRPr/>
            </a:lvl1pPr>
          </a:lstStyle>
          <a:p>
            <a:r>
              <a:rPr lang="en-US" altLang="en-US"/>
              <a:t>K. Lorenc - Last updated 2016/08/01</a:t>
            </a:r>
          </a:p>
        </p:txBody>
      </p:sp>
      <p:sp>
        <p:nvSpPr>
          <p:cNvPr id="5" name="Slide Number Placeholder 4"/>
          <p:cNvSpPr>
            <a:spLocks noGrp="1"/>
          </p:cNvSpPr>
          <p:nvPr>
            <p:ph type="sldNum" sz="quarter" idx="12"/>
          </p:nvPr>
        </p:nvSpPr>
        <p:spPr/>
        <p:txBody>
          <a:bodyPr/>
          <a:lstStyle>
            <a:lvl1pPr>
              <a:defRPr/>
            </a:lvl1pPr>
          </a:lstStyle>
          <a:p>
            <a:fld id="{15752641-0A69-41B0-8EEE-6637173FFDDA}" type="slidenum">
              <a:rPr lang="en-US" altLang="en-US"/>
              <a:pPr/>
              <a:t>‹#›</a:t>
            </a:fld>
            <a:endParaRPr lang="en-US" altLang="en-US"/>
          </a:p>
        </p:txBody>
      </p:sp>
    </p:spTree>
    <p:extLst>
      <p:ext uri="{BB962C8B-B14F-4D97-AF65-F5344CB8AC3E}">
        <p14:creationId xmlns:p14="http://schemas.microsoft.com/office/powerpoint/2010/main" val="9210253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r>
              <a:rPr lang="en-US" altLang="en-US"/>
              <a:t>Last Updated: /13/2017</a:t>
            </a:r>
          </a:p>
        </p:txBody>
      </p:sp>
      <p:sp>
        <p:nvSpPr>
          <p:cNvPr id="3" name="Footer Placeholder 2"/>
          <p:cNvSpPr>
            <a:spLocks noGrp="1"/>
          </p:cNvSpPr>
          <p:nvPr>
            <p:ph type="ftr" sz="quarter" idx="11"/>
          </p:nvPr>
        </p:nvSpPr>
        <p:spPr/>
        <p:txBody>
          <a:bodyPr/>
          <a:lstStyle>
            <a:lvl1pPr>
              <a:defRPr/>
            </a:lvl1pPr>
          </a:lstStyle>
          <a:p>
            <a:r>
              <a:rPr lang="en-US" altLang="en-US"/>
              <a:t>K. Lorenc - Last updated 2016/08/01</a:t>
            </a:r>
          </a:p>
        </p:txBody>
      </p:sp>
      <p:sp>
        <p:nvSpPr>
          <p:cNvPr id="4" name="Slide Number Placeholder 3"/>
          <p:cNvSpPr>
            <a:spLocks noGrp="1"/>
          </p:cNvSpPr>
          <p:nvPr>
            <p:ph type="sldNum" sz="quarter" idx="12"/>
          </p:nvPr>
        </p:nvSpPr>
        <p:spPr/>
        <p:txBody>
          <a:bodyPr/>
          <a:lstStyle>
            <a:lvl1pPr>
              <a:defRPr/>
            </a:lvl1pPr>
          </a:lstStyle>
          <a:p>
            <a:fld id="{78D8AC91-36A1-405C-9D85-448807673833}" type="slidenum">
              <a:rPr lang="en-US" altLang="en-US"/>
              <a:pPr/>
              <a:t>‹#›</a:t>
            </a:fld>
            <a:endParaRPr lang="en-US" altLang="en-US"/>
          </a:p>
        </p:txBody>
      </p:sp>
    </p:spTree>
    <p:extLst>
      <p:ext uri="{BB962C8B-B14F-4D97-AF65-F5344CB8AC3E}">
        <p14:creationId xmlns:p14="http://schemas.microsoft.com/office/powerpoint/2010/main" val="18407833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vl1pPr>
          </a:lstStyle>
          <a:p>
            <a:r>
              <a:rPr lang="en-US" altLang="en-US"/>
              <a:t>Last Updated: /13/2017</a:t>
            </a:r>
          </a:p>
        </p:txBody>
      </p:sp>
      <p:sp>
        <p:nvSpPr>
          <p:cNvPr id="6" name="Footer Placeholder 5"/>
          <p:cNvSpPr>
            <a:spLocks noGrp="1"/>
          </p:cNvSpPr>
          <p:nvPr>
            <p:ph type="ftr" sz="quarter" idx="11"/>
          </p:nvPr>
        </p:nvSpPr>
        <p:spPr/>
        <p:txBody>
          <a:bodyPr/>
          <a:lstStyle>
            <a:lvl1pPr>
              <a:defRPr/>
            </a:lvl1pPr>
          </a:lstStyle>
          <a:p>
            <a:r>
              <a:rPr lang="en-US" altLang="en-US"/>
              <a:t>K. Lorenc - Last updated 2016/08/01</a:t>
            </a:r>
          </a:p>
        </p:txBody>
      </p:sp>
      <p:sp>
        <p:nvSpPr>
          <p:cNvPr id="7" name="Slide Number Placeholder 6"/>
          <p:cNvSpPr>
            <a:spLocks noGrp="1"/>
          </p:cNvSpPr>
          <p:nvPr>
            <p:ph type="sldNum" sz="quarter" idx="12"/>
          </p:nvPr>
        </p:nvSpPr>
        <p:spPr/>
        <p:txBody>
          <a:bodyPr/>
          <a:lstStyle>
            <a:lvl1pPr>
              <a:defRPr/>
            </a:lvl1pPr>
          </a:lstStyle>
          <a:p>
            <a:fld id="{33F329AF-E2C3-4896-A2F6-3921F9606501}" type="slidenum">
              <a:rPr lang="en-US" altLang="en-US"/>
              <a:pPr/>
              <a:t>‹#›</a:t>
            </a:fld>
            <a:endParaRPr lang="en-US" altLang="en-US"/>
          </a:p>
        </p:txBody>
      </p:sp>
    </p:spTree>
    <p:extLst>
      <p:ext uri="{BB962C8B-B14F-4D97-AF65-F5344CB8AC3E}">
        <p14:creationId xmlns:p14="http://schemas.microsoft.com/office/powerpoint/2010/main" val="34604335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vl1pPr>
          </a:lstStyle>
          <a:p>
            <a:r>
              <a:rPr lang="en-US" altLang="en-US"/>
              <a:t>Last Updated: /13/2017</a:t>
            </a:r>
          </a:p>
        </p:txBody>
      </p:sp>
      <p:sp>
        <p:nvSpPr>
          <p:cNvPr id="6" name="Footer Placeholder 5"/>
          <p:cNvSpPr>
            <a:spLocks noGrp="1"/>
          </p:cNvSpPr>
          <p:nvPr>
            <p:ph type="ftr" sz="quarter" idx="11"/>
          </p:nvPr>
        </p:nvSpPr>
        <p:spPr/>
        <p:txBody>
          <a:bodyPr/>
          <a:lstStyle>
            <a:lvl1pPr>
              <a:defRPr/>
            </a:lvl1pPr>
          </a:lstStyle>
          <a:p>
            <a:r>
              <a:rPr lang="en-US" altLang="en-US"/>
              <a:t>K. Lorenc - Last updated 2016/08/01</a:t>
            </a:r>
          </a:p>
        </p:txBody>
      </p:sp>
      <p:sp>
        <p:nvSpPr>
          <p:cNvPr id="7" name="Slide Number Placeholder 6"/>
          <p:cNvSpPr>
            <a:spLocks noGrp="1"/>
          </p:cNvSpPr>
          <p:nvPr>
            <p:ph type="sldNum" sz="quarter" idx="12"/>
          </p:nvPr>
        </p:nvSpPr>
        <p:spPr/>
        <p:txBody>
          <a:bodyPr/>
          <a:lstStyle>
            <a:lvl1pPr>
              <a:defRPr/>
            </a:lvl1pPr>
          </a:lstStyle>
          <a:p>
            <a:fld id="{7B64C27A-B2B5-4446-8CC0-608C242E53DD}" type="slidenum">
              <a:rPr lang="en-US" altLang="en-US"/>
              <a:pPr/>
              <a:t>‹#›</a:t>
            </a:fld>
            <a:endParaRPr lang="en-US" altLang="en-US"/>
          </a:p>
        </p:txBody>
      </p:sp>
    </p:spTree>
    <p:extLst>
      <p:ext uri="{BB962C8B-B14F-4D97-AF65-F5344CB8AC3E}">
        <p14:creationId xmlns:p14="http://schemas.microsoft.com/office/powerpoint/2010/main" val="28935202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r>
              <a:rPr lang="en-US" altLang="en-US"/>
              <a:t>Last Updated: /13/2017</a:t>
            </a:r>
          </a:p>
        </p:txBody>
      </p:sp>
      <p:sp>
        <p:nvSpPr>
          <p:cNvPr id="5" name="Footer Placeholder 4"/>
          <p:cNvSpPr>
            <a:spLocks noGrp="1"/>
          </p:cNvSpPr>
          <p:nvPr>
            <p:ph type="ftr" sz="quarter" idx="11"/>
          </p:nvPr>
        </p:nvSpPr>
        <p:spPr/>
        <p:txBody>
          <a:bodyPr/>
          <a:lstStyle>
            <a:lvl1pPr>
              <a:defRPr/>
            </a:lvl1pPr>
          </a:lstStyle>
          <a:p>
            <a:r>
              <a:rPr lang="en-US" altLang="en-US"/>
              <a:t>K. Lorenc - Last updated 2016/08/01</a:t>
            </a:r>
          </a:p>
        </p:txBody>
      </p:sp>
      <p:sp>
        <p:nvSpPr>
          <p:cNvPr id="6" name="Slide Number Placeholder 5"/>
          <p:cNvSpPr>
            <a:spLocks noGrp="1"/>
          </p:cNvSpPr>
          <p:nvPr>
            <p:ph type="sldNum" sz="quarter" idx="12"/>
          </p:nvPr>
        </p:nvSpPr>
        <p:spPr/>
        <p:txBody>
          <a:bodyPr/>
          <a:lstStyle>
            <a:lvl1pPr>
              <a:defRPr/>
            </a:lvl1pPr>
          </a:lstStyle>
          <a:p>
            <a:fld id="{ED21FC7B-B26F-4633-B35D-7F922CB0143C}" type="slidenum">
              <a:rPr lang="en-US" altLang="en-US"/>
              <a:pPr/>
              <a:t>‹#›</a:t>
            </a:fld>
            <a:endParaRPr lang="en-US" altLang="en-US"/>
          </a:p>
        </p:txBody>
      </p:sp>
    </p:spTree>
    <p:extLst>
      <p:ext uri="{BB962C8B-B14F-4D97-AF65-F5344CB8AC3E}">
        <p14:creationId xmlns:p14="http://schemas.microsoft.com/office/powerpoint/2010/main" val="42115039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73246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732462"/>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r>
              <a:rPr lang="en-US" altLang="en-US"/>
              <a:t>Last Updated: /13/2017</a:t>
            </a:r>
          </a:p>
        </p:txBody>
      </p:sp>
      <p:sp>
        <p:nvSpPr>
          <p:cNvPr id="5" name="Footer Placeholder 4"/>
          <p:cNvSpPr>
            <a:spLocks noGrp="1"/>
          </p:cNvSpPr>
          <p:nvPr>
            <p:ph type="ftr" sz="quarter" idx="11"/>
          </p:nvPr>
        </p:nvSpPr>
        <p:spPr/>
        <p:txBody>
          <a:bodyPr/>
          <a:lstStyle>
            <a:lvl1pPr>
              <a:defRPr/>
            </a:lvl1pPr>
          </a:lstStyle>
          <a:p>
            <a:r>
              <a:rPr lang="en-US" altLang="en-US"/>
              <a:t>K. Lorenc - Last updated 2016/08/01</a:t>
            </a:r>
          </a:p>
        </p:txBody>
      </p:sp>
      <p:sp>
        <p:nvSpPr>
          <p:cNvPr id="6" name="Slide Number Placeholder 5"/>
          <p:cNvSpPr>
            <a:spLocks noGrp="1"/>
          </p:cNvSpPr>
          <p:nvPr>
            <p:ph type="sldNum" sz="quarter" idx="12"/>
          </p:nvPr>
        </p:nvSpPr>
        <p:spPr/>
        <p:txBody>
          <a:bodyPr/>
          <a:lstStyle>
            <a:lvl1pPr>
              <a:defRPr/>
            </a:lvl1pPr>
          </a:lstStyle>
          <a:p>
            <a:fld id="{B3722DDA-CF51-4BA4-9091-BBA330A89A89}" type="slidenum">
              <a:rPr lang="en-US" altLang="en-US"/>
              <a:pPr/>
              <a:t>‹#›</a:t>
            </a:fld>
            <a:endParaRPr lang="en-US" altLang="en-US"/>
          </a:p>
        </p:txBody>
      </p:sp>
    </p:spTree>
    <p:extLst>
      <p:ext uri="{BB962C8B-B14F-4D97-AF65-F5344CB8AC3E}">
        <p14:creationId xmlns:p14="http://schemas.microsoft.com/office/powerpoint/2010/main" val="42717655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Freeform 12"/>
          <p:cNvSpPr>
            <a:spLocks/>
          </p:cNvSpPr>
          <p:nvPr/>
        </p:nvSpPr>
        <p:spPr bwMode="auto">
          <a:xfrm>
            <a:off x="500063" y="5945188"/>
            <a:ext cx="4940300" cy="920750"/>
          </a:xfrm>
          <a:custGeom>
            <a:avLst/>
            <a:gdLst>
              <a:gd name="T0" fmla="*/ 0 w 7485"/>
              <a:gd name="T1" fmla="*/ 2 h 337"/>
              <a:gd name="T2" fmla="*/ 7485 w 7485"/>
              <a:gd name="T3" fmla="*/ 337 h 337"/>
              <a:gd name="T4" fmla="*/ 5558 w 7485"/>
              <a:gd name="T5" fmla="*/ 337 h 337"/>
              <a:gd name="T6" fmla="*/ 1 w 7485"/>
              <a:gd name="T7" fmla="*/ 0 h 337"/>
            </a:gdLst>
            <a:ahLst/>
            <a:cxnLst>
              <a:cxn ang="0">
                <a:pos x="T0" y="T1"/>
              </a:cxn>
              <a:cxn ang="0">
                <a:pos x="T2" y="T3"/>
              </a:cxn>
              <a:cxn ang="0">
                <a:pos x="T4" y="T5"/>
              </a:cxn>
              <a:cxn ang="0">
                <a:pos x="T6" y="T7"/>
              </a:cxn>
            </a:cxnLst>
            <a:rect l="0" t="0" r="r" b="b"/>
            <a:pathLst>
              <a:path w="7485" h="337">
                <a:moveTo>
                  <a:pt x="0" y="2"/>
                </a:moveTo>
                <a:lnTo>
                  <a:pt x="7485" y="337"/>
                </a:lnTo>
                <a:lnTo>
                  <a:pt x="5558" y="337"/>
                </a:lnTo>
                <a:lnTo>
                  <a:pt x="1" y="0"/>
                </a:lnTo>
              </a:path>
            </a:pathLst>
          </a:custGeom>
          <a:solidFill>
            <a:srgbClr val="9FCBDC">
              <a:alpha val="39999"/>
            </a:srgbClr>
          </a:solidFill>
          <a:ln>
            <a:noFill/>
          </a:ln>
          <a:effectLst/>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endParaRPr lang="en-CA" altLang="en-US">
              <a:latin typeface="Lucida Sans Unicode" panose="020B0602030504020204" pitchFamily="34" charset="0"/>
            </a:endParaRPr>
          </a:p>
        </p:txBody>
      </p:sp>
      <p:sp>
        <p:nvSpPr>
          <p:cNvPr id="1027" name="Freeform 11"/>
          <p:cNvSpPr>
            <a:spLocks/>
          </p:cNvSpPr>
          <p:nvPr/>
        </p:nvSpPr>
        <p:spPr bwMode="auto">
          <a:xfrm>
            <a:off x="485775" y="5938838"/>
            <a:ext cx="3690938" cy="933450"/>
          </a:xfrm>
          <a:custGeom>
            <a:avLst/>
            <a:gdLst>
              <a:gd name="T0" fmla="*/ 0 w 5591"/>
              <a:gd name="T1" fmla="*/ 0 h 588"/>
              <a:gd name="T2" fmla="*/ 5591 w 5591"/>
              <a:gd name="T3" fmla="*/ 585 h 588"/>
              <a:gd name="T4" fmla="*/ 4415 w 5591"/>
              <a:gd name="T5" fmla="*/ 588 h 588"/>
              <a:gd name="T6" fmla="*/ 12 w 5591"/>
              <a:gd name="T7" fmla="*/ 4 h 588"/>
            </a:gdLst>
            <a:ahLst/>
            <a:cxnLst>
              <a:cxn ang="0">
                <a:pos x="T0" y="T1"/>
              </a:cxn>
              <a:cxn ang="0">
                <a:pos x="T2" y="T3"/>
              </a:cxn>
              <a:cxn ang="0">
                <a:pos x="T4" y="T5"/>
              </a:cxn>
              <a:cxn ang="0">
                <a:pos x="T6" y="T7"/>
              </a:cxn>
            </a:cxnLst>
            <a:rect l="0" t="0" r="r" b="b"/>
            <a:pathLst>
              <a:path w="5591" h="588">
                <a:moveTo>
                  <a:pt x="0" y="0"/>
                </a:moveTo>
                <a:lnTo>
                  <a:pt x="5591" y="585"/>
                </a:lnTo>
                <a:lnTo>
                  <a:pt x="4415" y="588"/>
                </a:lnTo>
                <a:lnTo>
                  <a:pt x="12" y="4"/>
                </a:lnTo>
              </a:path>
            </a:pathLst>
          </a:custGeom>
          <a:solidFill>
            <a:srgbClr val="000000"/>
          </a:solidFill>
          <a:ln>
            <a:noFill/>
          </a:ln>
          <a:effectLst/>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endParaRPr lang="en-CA" altLang="en-US">
              <a:latin typeface="Lucida Sans Unicode" panose="020B0602030504020204" pitchFamily="34" charset="0"/>
            </a:endParaRPr>
          </a:p>
        </p:txBody>
      </p:sp>
      <p:sp>
        <p:nvSpPr>
          <p:cNvPr id="1028" name="Right Triangle 13"/>
          <p:cNvSpPr>
            <a:spLocks noChangeArrowheads="1"/>
          </p:cNvSpPr>
          <p:nvPr/>
        </p:nvSpPr>
        <p:spPr bwMode="auto">
          <a:xfrm>
            <a:off x="-6350" y="5791200"/>
            <a:ext cx="3402013" cy="1081088"/>
          </a:xfrm>
          <a:prstGeom prst="rtTriangle">
            <a:avLst/>
          </a:prstGeom>
          <a:blipFill dpi="0" rotWithShape="0">
            <a:blip r:embed="rId13">
              <a:alphaModFix amt="50000"/>
            </a:blip>
            <a:srcRect/>
            <a:tile tx="0" ty="0" sx="100000" sy="100000" flip="none" algn="tl"/>
          </a:blipFill>
          <a:ln>
            <a:noFill/>
          </a:ln>
          <a:effectLst>
            <a:outerShdw dist="35921" dir="2700000" algn="ctr" rotWithShape="0">
              <a:schemeClr val="bg2"/>
            </a:outerShdw>
          </a:effectLst>
          <a:extLst>
            <a:ext uri="{91240B29-F687-4F45-9708-019B960494DF}">
              <a14:hiddenLine xmlns:a14="http://schemas.microsoft.com/office/drawing/2010/main" w="12700" cap="rnd" cmpd="thickThin" algn="ctr">
                <a:solidFill>
                  <a:srgbClr val="000000"/>
                </a:solidFill>
                <a:round/>
                <a:headEnd/>
                <a:tailEnd/>
              </a14:hiddenLine>
            </a:ext>
          </a:extLst>
        </p:spPr>
        <p:txBody>
          <a:bodyPr anchor="ctr"/>
          <a:lstStyle/>
          <a:p>
            <a:pPr algn="ctr" eaLnBrk="0" hangingPunct="0"/>
            <a:endParaRPr lang="en-CA" altLang="en-US"/>
          </a:p>
        </p:txBody>
      </p:sp>
      <p:sp>
        <p:nvSpPr>
          <p:cNvPr id="1029" name="Straight Connector 14"/>
          <p:cNvSpPr>
            <a:spLocks noChangeShapeType="1"/>
          </p:cNvSpPr>
          <p:nvPr/>
        </p:nvSpPr>
        <p:spPr bwMode="auto">
          <a:xfrm>
            <a:off x="-9525" y="5788025"/>
            <a:ext cx="3405188" cy="1084263"/>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065" algn="ctr">
                <a:solidFill>
                  <a:srgbClr val="000000"/>
                </a:solidFill>
                <a:round/>
                <a:headEnd/>
                <a:tailEnd/>
              </a14:hiddenLine>
            </a:ext>
          </a:extLst>
        </p:spPr>
        <p:txBody>
          <a:bodyPr/>
          <a:lstStyle/>
          <a:p>
            <a:endParaRPr lang="en-US"/>
          </a:p>
        </p:txBody>
      </p:sp>
      <p:sp>
        <p:nvSpPr>
          <p:cNvPr id="1030" name="Title Placeholder 8"/>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31" name="Text Placeholder 29"/>
          <p:cNvSpPr>
            <a:spLocks noGrp="1" noChangeArrowheads="1"/>
          </p:cNvSpPr>
          <p:nvPr>
            <p:ph type="body" idx="1"/>
          </p:nvPr>
        </p:nvSpPr>
        <p:spPr bwMode="auto">
          <a:xfrm>
            <a:off x="457200" y="1481138"/>
            <a:ext cx="8229600" cy="4525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32" name="Date Placeholder 9"/>
          <p:cNvSpPr>
            <a:spLocks noGrp="1" noChangeArrowheads="1"/>
          </p:cNvSpPr>
          <p:nvPr>
            <p:ph type="dt" sz="half" idx="2"/>
          </p:nvPr>
        </p:nvSpPr>
        <p:spPr bwMode="auto">
          <a:xfrm>
            <a:off x="6727825" y="6408738"/>
            <a:ext cx="1919288" cy="365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000">
                <a:latin typeface="+mn-lt"/>
              </a:defRPr>
            </a:lvl1pPr>
          </a:lstStyle>
          <a:p>
            <a:r>
              <a:rPr lang="en-US" altLang="en-US"/>
              <a:t>Last Updated: /13/2017</a:t>
            </a:r>
          </a:p>
        </p:txBody>
      </p:sp>
      <p:sp>
        <p:nvSpPr>
          <p:cNvPr id="1033" name="Footer Placeholder 21"/>
          <p:cNvSpPr>
            <a:spLocks noGrp="1" noChangeArrowheads="1"/>
          </p:cNvSpPr>
          <p:nvPr>
            <p:ph type="ftr" sz="quarter" idx="3"/>
          </p:nvPr>
        </p:nvSpPr>
        <p:spPr bwMode="auto">
          <a:xfrm>
            <a:off x="4379913" y="6408738"/>
            <a:ext cx="2351087" cy="365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000">
                <a:latin typeface="+mn-lt"/>
              </a:defRPr>
            </a:lvl1pPr>
          </a:lstStyle>
          <a:p>
            <a:r>
              <a:rPr lang="en-US" altLang="en-US"/>
              <a:t>K. Lorenc - Last updated 2016/08/01</a:t>
            </a:r>
          </a:p>
        </p:txBody>
      </p:sp>
      <p:sp>
        <p:nvSpPr>
          <p:cNvPr id="1034" name="Slide Number Placeholder 17"/>
          <p:cNvSpPr>
            <a:spLocks noGrp="1" noChangeArrowheads="1"/>
          </p:cNvSpPr>
          <p:nvPr>
            <p:ph type="sldNum" sz="quarter" idx="4"/>
          </p:nvPr>
        </p:nvSpPr>
        <p:spPr bwMode="auto">
          <a:xfrm>
            <a:off x="8647113" y="6408738"/>
            <a:ext cx="366712" cy="365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000">
                <a:latin typeface="+mn-lt"/>
              </a:defRPr>
            </a:lvl1pPr>
          </a:lstStyle>
          <a:p>
            <a:fld id="{BA358801-3894-434F-9718-6A4224F0D64A}"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4" r:id="rId10"/>
    <p:sldLayoutId id="2147483765" r:id="rId11"/>
  </p:sldLayoutIdLst>
  <p:hf sldNum="0" hdr="0" dt="0"/>
  <p:txStyles>
    <p:titleStyle>
      <a:lvl1pPr algn="l" rtl="0" eaLnBrk="0" fontAlgn="base" hangingPunct="0">
        <a:spcBef>
          <a:spcPct val="0"/>
        </a:spcBef>
        <a:spcAft>
          <a:spcPct val="0"/>
        </a:spcAft>
        <a:defRPr sz="4100" b="1" kern="1200">
          <a:solidFill>
            <a:schemeClr val="tx2"/>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4100" b="1">
          <a:solidFill>
            <a:schemeClr val="tx2"/>
          </a:solidFill>
          <a:latin typeface="Lucida Sans Unicode" panose="020B0602030504020204" pitchFamily="34" charset="0"/>
          <a:cs typeface="Arial" panose="020B0604020202020204" pitchFamily="34" charset="0"/>
        </a:defRPr>
      </a:lvl2pPr>
      <a:lvl3pPr algn="l" rtl="0" eaLnBrk="0" fontAlgn="base" hangingPunct="0">
        <a:spcBef>
          <a:spcPct val="0"/>
        </a:spcBef>
        <a:spcAft>
          <a:spcPct val="0"/>
        </a:spcAft>
        <a:defRPr sz="4100" b="1">
          <a:solidFill>
            <a:schemeClr val="tx2"/>
          </a:solidFill>
          <a:latin typeface="Lucida Sans Unicode" panose="020B0602030504020204" pitchFamily="34" charset="0"/>
          <a:cs typeface="Arial" panose="020B0604020202020204" pitchFamily="34" charset="0"/>
        </a:defRPr>
      </a:lvl3pPr>
      <a:lvl4pPr algn="l" rtl="0" eaLnBrk="0" fontAlgn="base" hangingPunct="0">
        <a:spcBef>
          <a:spcPct val="0"/>
        </a:spcBef>
        <a:spcAft>
          <a:spcPct val="0"/>
        </a:spcAft>
        <a:defRPr sz="4100" b="1">
          <a:solidFill>
            <a:schemeClr val="tx2"/>
          </a:solidFill>
          <a:latin typeface="Lucida Sans Unicode" panose="020B0602030504020204" pitchFamily="34" charset="0"/>
          <a:cs typeface="Arial" panose="020B0604020202020204" pitchFamily="34" charset="0"/>
        </a:defRPr>
      </a:lvl4pPr>
      <a:lvl5pPr algn="l" rtl="0" eaLnBrk="0" fontAlgn="base" hangingPunct="0">
        <a:spcBef>
          <a:spcPct val="0"/>
        </a:spcBef>
        <a:spcAft>
          <a:spcPct val="0"/>
        </a:spcAft>
        <a:defRPr sz="4100" b="1">
          <a:solidFill>
            <a:schemeClr val="tx2"/>
          </a:solidFill>
          <a:latin typeface="Lucida Sans Unicode" panose="020B0602030504020204" pitchFamily="34" charset="0"/>
          <a:cs typeface="Arial" panose="020B0604020202020204" pitchFamily="34" charset="0"/>
        </a:defRPr>
      </a:lvl5pPr>
      <a:lvl6pPr marL="457200" algn="l" rtl="0" eaLnBrk="0" fontAlgn="base" hangingPunct="0">
        <a:spcBef>
          <a:spcPct val="0"/>
        </a:spcBef>
        <a:spcAft>
          <a:spcPct val="0"/>
        </a:spcAft>
        <a:defRPr sz="4100" b="1">
          <a:solidFill>
            <a:schemeClr val="tx2"/>
          </a:solidFill>
          <a:latin typeface="Lucida Sans Unicode" panose="020B0602030504020204" pitchFamily="34" charset="0"/>
          <a:cs typeface="Arial" panose="020B0604020202020204" pitchFamily="34" charset="0"/>
        </a:defRPr>
      </a:lvl6pPr>
      <a:lvl7pPr marL="914400" algn="l" rtl="0" eaLnBrk="0" fontAlgn="base" hangingPunct="0">
        <a:spcBef>
          <a:spcPct val="0"/>
        </a:spcBef>
        <a:spcAft>
          <a:spcPct val="0"/>
        </a:spcAft>
        <a:defRPr sz="4100" b="1">
          <a:solidFill>
            <a:schemeClr val="tx2"/>
          </a:solidFill>
          <a:latin typeface="Lucida Sans Unicode" panose="020B0602030504020204" pitchFamily="34" charset="0"/>
          <a:cs typeface="Arial" panose="020B0604020202020204" pitchFamily="34" charset="0"/>
        </a:defRPr>
      </a:lvl7pPr>
      <a:lvl8pPr marL="1371600" algn="l" rtl="0" eaLnBrk="0" fontAlgn="base" hangingPunct="0">
        <a:spcBef>
          <a:spcPct val="0"/>
        </a:spcBef>
        <a:spcAft>
          <a:spcPct val="0"/>
        </a:spcAft>
        <a:defRPr sz="4100" b="1">
          <a:solidFill>
            <a:schemeClr val="tx2"/>
          </a:solidFill>
          <a:latin typeface="Lucida Sans Unicode" panose="020B0602030504020204" pitchFamily="34" charset="0"/>
          <a:cs typeface="Arial" panose="020B0604020202020204" pitchFamily="34" charset="0"/>
        </a:defRPr>
      </a:lvl8pPr>
      <a:lvl9pPr marL="1828800" algn="l" rtl="0" eaLnBrk="0" fontAlgn="base" hangingPunct="0">
        <a:spcBef>
          <a:spcPct val="0"/>
        </a:spcBef>
        <a:spcAft>
          <a:spcPct val="0"/>
        </a:spcAft>
        <a:defRPr sz="4100" b="1">
          <a:solidFill>
            <a:schemeClr val="tx2"/>
          </a:solidFill>
          <a:latin typeface="Lucida Sans Unicode" panose="020B0602030504020204" pitchFamily="34" charset="0"/>
          <a:cs typeface="Arial" panose="020B0604020202020204" pitchFamily="34" charset="0"/>
        </a:defRPr>
      </a:lvl9pPr>
    </p:titleStyle>
    <p:bodyStyle>
      <a:lvl1pPr marL="365125" indent="-255588" algn="l" rtl="0" eaLnBrk="0" fontAlgn="base" hangingPunct="0">
        <a:spcBef>
          <a:spcPts val="400"/>
        </a:spcBef>
        <a:spcAft>
          <a:spcPct val="0"/>
        </a:spcAft>
        <a:buClr>
          <a:schemeClr val="accent1"/>
        </a:buClr>
        <a:buSzPct val="68000"/>
        <a:buFont typeface="Wingdings 3" panose="05040102010807070707" pitchFamily="18" charset="2"/>
        <a:buChar char=""/>
        <a:defRPr sz="2700" kern="1200">
          <a:solidFill>
            <a:schemeClr val="tx1"/>
          </a:solidFill>
          <a:latin typeface="+mn-lt"/>
          <a:ea typeface="+mn-ea"/>
          <a:cs typeface="+mn-cs"/>
        </a:defRPr>
      </a:lvl1pPr>
      <a:lvl2pPr marL="620713" indent="-228600" algn="l" rtl="0" eaLnBrk="0" fontAlgn="base" hangingPunct="0">
        <a:spcBef>
          <a:spcPts val="325"/>
        </a:spcBef>
        <a:spcAft>
          <a:spcPct val="0"/>
        </a:spcAft>
        <a:buClr>
          <a:schemeClr val="accent1"/>
        </a:buClr>
        <a:buSzPct val="68000"/>
        <a:buFont typeface="Verdana" panose="020B0604030504040204" pitchFamily="34" charset="0"/>
        <a:buChar char="◦"/>
        <a:defRPr sz="2300" kern="1200">
          <a:solidFill>
            <a:schemeClr val="tx1"/>
          </a:solidFill>
          <a:latin typeface="+mn-lt"/>
          <a:ea typeface="+mn-ea"/>
          <a:cs typeface="+mn-cs"/>
        </a:defRPr>
      </a:lvl2pPr>
      <a:lvl3pPr marL="858838" indent="-228600" algn="l" rtl="0" eaLnBrk="0" fontAlgn="base" hangingPunct="0">
        <a:spcBef>
          <a:spcPts val="350"/>
        </a:spcBef>
        <a:spcAft>
          <a:spcPct val="0"/>
        </a:spcAft>
        <a:buClr>
          <a:schemeClr val="accent2"/>
        </a:buClr>
        <a:buSzPct val="100000"/>
        <a:buFont typeface="Wingdings 2" panose="05020102010507070707" pitchFamily="18" charset="2"/>
        <a:buChar char=""/>
        <a:defRPr sz="2100" kern="1200">
          <a:solidFill>
            <a:schemeClr val="tx1"/>
          </a:solidFill>
          <a:latin typeface="+mn-lt"/>
          <a:ea typeface="+mn-ea"/>
          <a:cs typeface="+mn-cs"/>
        </a:defRPr>
      </a:lvl3pPr>
      <a:lvl4pPr marL="1143000" indent="-228600" algn="l" rtl="0" eaLnBrk="0" fontAlgn="base" hangingPunct="0">
        <a:spcBef>
          <a:spcPts val="350"/>
        </a:spcBef>
        <a:spcAft>
          <a:spcPct val="0"/>
        </a:spcAft>
        <a:buClr>
          <a:schemeClr val="accent2"/>
        </a:buClr>
        <a:buSzPct val="100000"/>
        <a:buFont typeface="Wingdings 2" panose="05020102010507070707" pitchFamily="18" charset="2"/>
        <a:buChar char=""/>
        <a:defRPr sz="1900" kern="1200">
          <a:solidFill>
            <a:schemeClr val="tx1"/>
          </a:solidFill>
          <a:latin typeface="+mn-lt"/>
          <a:ea typeface="+mn-ea"/>
          <a:cs typeface="+mn-cs"/>
        </a:defRPr>
      </a:lvl4pPr>
      <a:lvl5pPr marL="1371600" indent="-228600" algn="l" rtl="0" eaLnBrk="0" fontAlgn="base" hangingPunct="0">
        <a:spcBef>
          <a:spcPts val="350"/>
        </a:spcBef>
        <a:spcAft>
          <a:spcPct val="0"/>
        </a:spcAft>
        <a:buClr>
          <a:schemeClr val="accent2"/>
        </a:buClr>
        <a:buSzPct val="100000"/>
        <a:buFont typeface="Wingdings 2" panose="05020102010507070707" pitchFamily="18" charset="2"/>
        <a:buChar char=""/>
        <a:defRPr sz="1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2" name="Title 1"/>
          <p:cNvSpPr>
            <a:spLocks noGrp="1" noChangeArrowheads="1"/>
          </p:cNvSpPr>
          <p:nvPr>
            <p:ph type="ctrTitle" idx="4294967295"/>
          </p:nvPr>
        </p:nvSpPr>
        <p:spPr>
          <a:xfrm>
            <a:off x="685800" y="533400"/>
            <a:ext cx="7772400" cy="3581400"/>
          </a:xfrm>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anchor="t"/>
          <a:lstStyle/>
          <a:p>
            <a:pPr algn="ctr" eaLnBrk="1" hangingPunct="1"/>
            <a:r>
              <a:rPr lang="en-US" altLang="en-US" sz="4800">
                <a:solidFill>
                  <a:schemeClr val="tx1"/>
                </a:solidFill>
                <a:latin typeface="Arial" panose="020B0604020202020204" pitchFamily="34" charset="0"/>
              </a:rPr>
              <a:t>HTML5</a:t>
            </a:r>
          </a:p>
        </p:txBody>
      </p:sp>
      <p:sp>
        <p:nvSpPr>
          <p:cNvPr id="2063" name="Subtitle 2"/>
          <p:cNvSpPr>
            <a:spLocks noGrp="1" noChangeArrowheads="1"/>
          </p:cNvSpPr>
          <p:nvPr>
            <p:ph type="subTitle" idx="4294967295"/>
          </p:nvPr>
        </p:nvSpPr>
        <p:spPr>
          <a:xfrm>
            <a:off x="684213" y="4292600"/>
            <a:ext cx="7772400" cy="544513"/>
          </a:xfrm>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a:lstStyle/>
          <a:p>
            <a:pPr marL="0" indent="0" algn="ctr" eaLnBrk="1" hangingPunct="1">
              <a:buFont typeface="Wingdings 3" panose="05040102010807070707" pitchFamily="18" charset="2"/>
              <a:buNone/>
            </a:pPr>
            <a:r>
              <a:rPr lang="en-US" altLang="en-US" sz="2500" b="1">
                <a:solidFill>
                  <a:schemeClr val="tx2"/>
                </a:solidFill>
                <a:latin typeface="Arial" panose="020B0604020202020204" pitchFamily="34" charset="0"/>
              </a:rPr>
              <a:t>HTML5 Media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2"/>
          <p:cNvSpPr>
            <a:spLocks noGrp="1"/>
          </p:cNvSpPr>
          <p:nvPr>
            <p:ph type="ftr" sz="quarter" idx="11"/>
          </p:nvPr>
        </p:nvSpPr>
        <p:spPr/>
        <p:txBody>
          <a:bodyPr/>
          <a:lstStyle/>
          <a:p>
            <a:r>
              <a:rPr lang="en-US" altLang="en-US"/>
              <a:t>K. Lorenc - Last updated 2016/08/01</a:t>
            </a:r>
          </a:p>
        </p:txBody>
      </p:sp>
      <p:sp>
        <p:nvSpPr>
          <p:cNvPr id="2067" name="Content Placeholder 1"/>
          <p:cNvSpPr>
            <a:spLocks noGrp="1" noChangeArrowheads="1"/>
          </p:cNvSpPr>
          <p:nvPr>
            <p:ph idx="4294967295"/>
          </p:nvPr>
        </p:nvSpPr>
        <p:spPr>
          <a:xfrm>
            <a:off x="457200" y="1066800"/>
            <a:ext cx="8229600" cy="4940300"/>
          </a:xfrm>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a:lstStyle/>
          <a:p>
            <a:pPr marL="508000" indent="-400050"/>
            <a:endParaRPr lang="en-US" altLang="en-US" sz="2000"/>
          </a:p>
          <a:p>
            <a:pPr marL="508000" indent="-400050"/>
            <a:r>
              <a:rPr lang="en-US" altLang="en-US" sz="2000"/>
              <a:t>HTML Media</a:t>
            </a:r>
          </a:p>
          <a:p>
            <a:pPr marL="508000" indent="-400050"/>
            <a:r>
              <a:rPr lang="en-US" altLang="en-US" sz="2000"/>
              <a:t>HTML Video</a:t>
            </a:r>
          </a:p>
          <a:p>
            <a:pPr marL="508000" indent="-400050"/>
            <a:r>
              <a:rPr lang="en-US" altLang="en-US" sz="2000"/>
              <a:t>HTML Audio</a:t>
            </a:r>
          </a:p>
          <a:p>
            <a:pPr marL="508000" indent="-400050"/>
            <a:r>
              <a:rPr lang="en-US" altLang="en-US" sz="2000"/>
              <a:t>HTML Plugins</a:t>
            </a:r>
          </a:p>
          <a:p>
            <a:pPr marL="508000" indent="-400050"/>
            <a:r>
              <a:rPr lang="en-US" altLang="en-US" sz="2000"/>
              <a:t>HTML YouTube</a:t>
            </a:r>
          </a:p>
          <a:p>
            <a:pPr marL="508000" indent="-400050"/>
            <a:endParaRPr lang="en-US" altLang="en-US" sz="2000"/>
          </a:p>
          <a:p>
            <a:pPr marL="508000" indent="-400050"/>
            <a:endParaRPr lang="en-US" altLang="en-US" sz="2000" b="1"/>
          </a:p>
          <a:p>
            <a:pPr marL="508000" indent="-400050" eaLnBrk="1" hangingPunct="1">
              <a:buFont typeface="Wingdings 3" panose="05040102010807070707" pitchFamily="18" charset="2"/>
              <a:buNone/>
            </a:pPr>
            <a:endParaRPr lang="en-US" altLang="en-US" sz="1400"/>
          </a:p>
          <a:p>
            <a:pPr marL="508000" indent="-400050" eaLnBrk="1" hangingPunct="1">
              <a:buFont typeface="Lucida Sans Unicode" panose="020B0602030504020204" pitchFamily="34" charset="0"/>
              <a:buAutoNum type="arabicPeriod"/>
            </a:pPr>
            <a:endParaRPr lang="en-US" altLang="en-US" sz="1400"/>
          </a:p>
        </p:txBody>
      </p:sp>
      <p:sp>
        <p:nvSpPr>
          <p:cNvPr id="2068" name="Title 2"/>
          <p:cNvSpPr>
            <a:spLocks noGrp="1" noChangeArrowheads="1"/>
          </p:cNvSpPr>
          <p:nvPr>
            <p:ph type="title" idx="4294967295"/>
          </p:nvPr>
        </p:nvSpPr>
        <p:spPr>
          <a:xfrm>
            <a:off x="457200" y="274638"/>
            <a:ext cx="8229600" cy="792162"/>
          </a:xfrm>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a:lstStyle/>
          <a:p>
            <a:pPr eaLnBrk="1" hangingPunct="1"/>
            <a:r>
              <a:rPr lang="en-US" altLang="en-US" sz="2800">
                <a:solidFill>
                  <a:schemeClr val="tx1"/>
                </a:solidFill>
                <a:latin typeface="Arial" panose="020B0604020202020204" pitchFamily="34" charset="0"/>
              </a:rPr>
              <a:t>What will be covered in this Section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2"/>
          <p:cNvSpPr>
            <a:spLocks noGrp="1"/>
          </p:cNvSpPr>
          <p:nvPr>
            <p:ph type="ftr" sz="quarter" idx="11"/>
          </p:nvPr>
        </p:nvSpPr>
        <p:spPr/>
        <p:txBody>
          <a:bodyPr/>
          <a:lstStyle/>
          <a:p>
            <a:r>
              <a:rPr lang="en-US" altLang="en-US"/>
              <a:t>K. Lorenc - Last updated 2016/08/01</a:t>
            </a:r>
          </a:p>
        </p:txBody>
      </p:sp>
      <p:sp>
        <p:nvSpPr>
          <p:cNvPr id="2072" name="Content Placeholder 1"/>
          <p:cNvSpPr>
            <a:spLocks noGrp="1" noChangeArrowheads="1"/>
          </p:cNvSpPr>
          <p:nvPr>
            <p:ph idx="4294967295"/>
          </p:nvPr>
        </p:nvSpPr>
        <p:spPr>
          <a:xfrm>
            <a:off x="457200" y="1066800"/>
            <a:ext cx="8229600" cy="4940300"/>
          </a:xfrm>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a:lstStyle/>
          <a:p>
            <a:endParaRPr lang="en-US" altLang="en-US" sz="1800" dirty="0">
              <a:latin typeface="Arial" panose="020B0604020202020204" pitchFamily="34" charset="0"/>
            </a:endParaRPr>
          </a:p>
          <a:p>
            <a:r>
              <a:rPr lang="en-CA" altLang="en-US" dirty="0">
                <a:latin typeface="Arial" panose="020B0604020202020204" pitchFamily="34" charset="0"/>
              </a:rPr>
              <a:t>Multimedia comes in many different formats. It can be almost anything you can hear or see </a:t>
            </a:r>
          </a:p>
          <a:p>
            <a:pPr lvl="1"/>
            <a:r>
              <a:rPr lang="en-CA" altLang="en-US" dirty="0">
                <a:latin typeface="Arial" panose="020B0604020202020204" pitchFamily="34" charset="0"/>
              </a:rPr>
              <a:t>Images, music, sound, videos, records, films, animations, and more </a:t>
            </a:r>
          </a:p>
          <a:p>
            <a:r>
              <a:rPr lang="en-CA" altLang="en-US" dirty="0">
                <a:latin typeface="Arial" panose="020B0604020202020204" pitchFamily="34" charset="0"/>
              </a:rPr>
              <a:t>Web pages often contain multimedia elements of different types and formats </a:t>
            </a:r>
            <a:endParaRPr lang="en-US" altLang="en-US" sz="1800" dirty="0">
              <a:latin typeface="Arial" panose="020B0604020202020204" pitchFamily="34" charset="0"/>
            </a:endParaRPr>
          </a:p>
          <a:p>
            <a:r>
              <a:rPr lang="en-CA" altLang="en-US" dirty="0">
                <a:latin typeface="Arial" panose="020B0604020202020204" pitchFamily="34" charset="0"/>
              </a:rPr>
              <a:t>In this section we will learn about the different available multimedia formats</a:t>
            </a:r>
            <a:endParaRPr lang="en-US" altLang="en-US" sz="1800" dirty="0">
              <a:latin typeface="Arial" panose="020B0604020202020204" pitchFamily="34" charset="0"/>
            </a:endParaRPr>
          </a:p>
          <a:p>
            <a:endParaRPr lang="en-US" altLang="en-US" sz="1800" dirty="0">
              <a:latin typeface="Arial" panose="020B0604020202020204" pitchFamily="34" charset="0"/>
            </a:endParaRPr>
          </a:p>
        </p:txBody>
      </p:sp>
      <p:sp>
        <p:nvSpPr>
          <p:cNvPr id="2073" name="Title 2"/>
          <p:cNvSpPr>
            <a:spLocks noGrp="1" noChangeArrowheads="1"/>
          </p:cNvSpPr>
          <p:nvPr>
            <p:ph type="title" idx="4294967295"/>
          </p:nvPr>
        </p:nvSpPr>
        <p:spPr>
          <a:xfrm>
            <a:off x="457200" y="274638"/>
            <a:ext cx="8229600" cy="792162"/>
          </a:xfrm>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a:lstStyle/>
          <a:p>
            <a:pPr eaLnBrk="1" hangingPunct="1"/>
            <a:r>
              <a:rPr lang="en-US" altLang="en-US" sz="2800">
                <a:solidFill>
                  <a:schemeClr val="tx1"/>
                </a:solidFill>
                <a:latin typeface="Arial" panose="020B0604020202020204" pitchFamily="34" charset="0"/>
              </a:rPr>
              <a:t>HTML Media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2"/>
          <p:cNvSpPr>
            <a:spLocks noGrp="1"/>
          </p:cNvSpPr>
          <p:nvPr>
            <p:ph type="ftr" sz="quarter" idx="11"/>
          </p:nvPr>
        </p:nvSpPr>
        <p:spPr/>
        <p:txBody>
          <a:bodyPr/>
          <a:lstStyle/>
          <a:p>
            <a:r>
              <a:rPr lang="en-US" altLang="en-US"/>
              <a:t>K. Lorenc - Last updated 2016/08/01</a:t>
            </a:r>
          </a:p>
        </p:txBody>
      </p:sp>
      <p:sp>
        <p:nvSpPr>
          <p:cNvPr id="13314" name="Content Placeholder 1"/>
          <p:cNvSpPr>
            <a:spLocks noGrp="1" noChangeArrowheads="1"/>
          </p:cNvSpPr>
          <p:nvPr>
            <p:ph idx="4294967295"/>
          </p:nvPr>
        </p:nvSpPr>
        <p:spPr>
          <a:xfrm>
            <a:off x="457200" y="1066800"/>
            <a:ext cx="8229600" cy="4940300"/>
          </a:xfrm>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a:lstStyle/>
          <a:p>
            <a:endParaRPr lang="en-US" altLang="en-US" sz="1800">
              <a:latin typeface="Arial" panose="020B0604020202020204" pitchFamily="34" charset="0"/>
            </a:endParaRPr>
          </a:p>
          <a:p>
            <a:r>
              <a:rPr lang="en-CA" altLang="en-US">
                <a:latin typeface="Arial" panose="020B0604020202020204" pitchFamily="34" charset="0"/>
              </a:rPr>
              <a:t>Audio, video, and animation have been handled differently by the major browsers</a:t>
            </a:r>
          </a:p>
          <a:p>
            <a:r>
              <a:rPr lang="en-CA" altLang="en-US">
                <a:latin typeface="Arial" panose="020B0604020202020204" pitchFamily="34" charset="0"/>
              </a:rPr>
              <a:t>Different formats have been generally supported by most major Browsers, and some formats require extra helper programs (plug-ins) to work</a:t>
            </a:r>
            <a:endParaRPr lang="en-US" altLang="en-US" sz="1800">
              <a:latin typeface="Arial" panose="020B0604020202020204" pitchFamily="34" charset="0"/>
            </a:endParaRPr>
          </a:p>
          <a:p>
            <a:endParaRPr lang="en-US" altLang="en-US" sz="1800">
              <a:latin typeface="Arial" panose="020B0604020202020204" pitchFamily="34" charset="0"/>
            </a:endParaRPr>
          </a:p>
          <a:p>
            <a:endParaRPr lang="en-US" altLang="en-US" sz="1800">
              <a:latin typeface="Arial" panose="020B0604020202020204" pitchFamily="34" charset="0"/>
            </a:endParaRPr>
          </a:p>
        </p:txBody>
      </p:sp>
      <p:sp>
        <p:nvSpPr>
          <p:cNvPr id="13315" name="Title 2"/>
          <p:cNvSpPr>
            <a:spLocks noGrp="1" noChangeArrowheads="1"/>
          </p:cNvSpPr>
          <p:nvPr>
            <p:ph type="title" idx="4294967295"/>
          </p:nvPr>
        </p:nvSpPr>
        <p:spPr>
          <a:xfrm>
            <a:off x="457200" y="274638"/>
            <a:ext cx="8229600" cy="792162"/>
          </a:xfrm>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a:lstStyle/>
          <a:p>
            <a:pPr eaLnBrk="1" hangingPunct="1"/>
            <a:r>
              <a:rPr lang="en-US" altLang="en-US" sz="2800">
                <a:solidFill>
                  <a:schemeClr val="tx1"/>
                </a:solidFill>
                <a:latin typeface="Arial" panose="020B0604020202020204" pitchFamily="34" charset="0"/>
              </a:rPr>
              <a:t>HTML Media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2"/>
          <p:cNvSpPr>
            <a:spLocks noGrp="1"/>
          </p:cNvSpPr>
          <p:nvPr>
            <p:ph type="ftr" sz="quarter" idx="11"/>
          </p:nvPr>
        </p:nvSpPr>
        <p:spPr/>
        <p:txBody>
          <a:bodyPr/>
          <a:lstStyle/>
          <a:p>
            <a:r>
              <a:rPr lang="en-US" altLang="en-US"/>
              <a:t>K. Lorenc - Last updated 2016/08/01</a:t>
            </a:r>
          </a:p>
        </p:txBody>
      </p:sp>
      <p:sp>
        <p:nvSpPr>
          <p:cNvPr id="23554" name="Content Placeholder 1"/>
          <p:cNvSpPr>
            <a:spLocks noGrp="1" noChangeArrowheads="1"/>
          </p:cNvSpPr>
          <p:nvPr>
            <p:ph idx="4294967295"/>
          </p:nvPr>
        </p:nvSpPr>
        <p:spPr>
          <a:xfrm>
            <a:off x="457200" y="1066800"/>
            <a:ext cx="8229600" cy="4940300"/>
          </a:xfrm>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a:lstStyle/>
          <a:p>
            <a:endParaRPr lang="en-US" altLang="en-US" sz="1800" dirty="0"/>
          </a:p>
          <a:p>
            <a:r>
              <a:rPr lang="en-CA" altLang="en-US" dirty="0">
                <a:latin typeface="Arial" panose="020B0604020202020204" pitchFamily="34" charset="0"/>
              </a:rPr>
              <a:t>Multimedia elements (like audio or video) are stored in media files</a:t>
            </a:r>
          </a:p>
          <a:p>
            <a:r>
              <a:rPr lang="en-CA" altLang="en-US" dirty="0">
                <a:latin typeface="Arial" panose="020B0604020202020204" pitchFamily="34" charset="0"/>
              </a:rPr>
              <a:t>The most common way to discover the type of a file, is to look at the file extension</a:t>
            </a:r>
          </a:p>
          <a:p>
            <a:r>
              <a:rPr lang="en-CA" altLang="en-US" dirty="0">
                <a:latin typeface="Arial" panose="020B0604020202020204" pitchFamily="34" charset="0"/>
              </a:rPr>
              <a:t>Multimedia files have formats and different extensions like: .</a:t>
            </a:r>
            <a:r>
              <a:rPr lang="en-CA" altLang="en-US" dirty="0" err="1">
                <a:latin typeface="Arial" panose="020B0604020202020204" pitchFamily="34" charset="0"/>
              </a:rPr>
              <a:t>swf</a:t>
            </a:r>
            <a:r>
              <a:rPr lang="en-CA" altLang="en-US" dirty="0">
                <a:latin typeface="Arial" panose="020B0604020202020204" pitchFamily="34" charset="0"/>
              </a:rPr>
              <a:t>, .wav, .mp3, .mp4, .mpg, .</a:t>
            </a:r>
            <a:r>
              <a:rPr lang="en-CA" altLang="en-US" dirty="0" err="1">
                <a:latin typeface="Arial" panose="020B0604020202020204" pitchFamily="34" charset="0"/>
              </a:rPr>
              <a:t>wmv</a:t>
            </a:r>
            <a:r>
              <a:rPr lang="en-CA" altLang="en-US" dirty="0">
                <a:latin typeface="Arial" panose="020B0604020202020204" pitchFamily="34" charset="0"/>
              </a:rPr>
              <a:t>, and .</a:t>
            </a:r>
            <a:r>
              <a:rPr lang="en-CA" altLang="en-US" dirty="0" err="1">
                <a:latin typeface="Arial" panose="020B0604020202020204" pitchFamily="34" charset="0"/>
              </a:rPr>
              <a:t>avi</a:t>
            </a:r>
            <a:endParaRPr lang="en-US" altLang="en-US" sz="1800" dirty="0">
              <a:latin typeface="Arial" panose="020B0604020202020204" pitchFamily="34" charset="0"/>
            </a:endParaRPr>
          </a:p>
          <a:p>
            <a:endParaRPr lang="en-US" altLang="en-US" sz="1800" dirty="0">
              <a:latin typeface="Arial" panose="020B0604020202020204" pitchFamily="34" charset="0"/>
            </a:endParaRPr>
          </a:p>
          <a:p>
            <a:endParaRPr lang="en-US" altLang="en-US" sz="1800" dirty="0"/>
          </a:p>
        </p:txBody>
      </p:sp>
      <p:sp>
        <p:nvSpPr>
          <p:cNvPr id="23555" name="Title 2"/>
          <p:cNvSpPr>
            <a:spLocks noGrp="1" noChangeArrowheads="1"/>
          </p:cNvSpPr>
          <p:nvPr>
            <p:ph type="title" idx="4294967295"/>
          </p:nvPr>
        </p:nvSpPr>
        <p:spPr>
          <a:xfrm>
            <a:off x="457200" y="274638"/>
            <a:ext cx="8229600" cy="792162"/>
          </a:xfrm>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a:lstStyle/>
          <a:p>
            <a:pPr eaLnBrk="1" hangingPunct="1"/>
            <a:r>
              <a:rPr lang="en-US" altLang="en-US" sz="3200">
                <a:solidFill>
                  <a:schemeClr val="tx1"/>
                </a:solidFill>
                <a:latin typeface="Arial" panose="020B0604020202020204" pitchFamily="34" charset="0"/>
              </a:rPr>
              <a:t>HTML Media (</a:t>
            </a:r>
            <a:r>
              <a:rPr lang="en-CA" altLang="en-US" sz="3200" b="0">
                <a:latin typeface="Arial" panose="020B0604020202020204" pitchFamily="34" charset="0"/>
              </a:rPr>
              <a:t>Multimedia Formats</a:t>
            </a:r>
            <a:r>
              <a:rPr lang="en-US" altLang="en-US" sz="3200">
                <a:solidFill>
                  <a:schemeClr val="tx1"/>
                </a:solidFill>
                <a:latin typeface="Arial" panose="020B0604020202020204" pitchFamily="34" charset="0"/>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2"/>
          <p:cNvSpPr>
            <a:spLocks noGrp="1"/>
          </p:cNvSpPr>
          <p:nvPr>
            <p:ph type="ftr" sz="quarter" idx="11"/>
          </p:nvPr>
        </p:nvSpPr>
        <p:spPr/>
        <p:txBody>
          <a:bodyPr/>
          <a:lstStyle/>
          <a:p>
            <a:r>
              <a:rPr lang="en-US" altLang="en-US"/>
              <a:t>K. Lorenc - Last updated 2016/08/01</a:t>
            </a:r>
          </a:p>
        </p:txBody>
      </p:sp>
      <p:sp>
        <p:nvSpPr>
          <p:cNvPr id="25602" name="Content Placeholder 1"/>
          <p:cNvSpPr>
            <a:spLocks noGrp="1" noChangeArrowheads="1"/>
          </p:cNvSpPr>
          <p:nvPr>
            <p:ph idx="4294967295"/>
          </p:nvPr>
        </p:nvSpPr>
        <p:spPr>
          <a:xfrm>
            <a:off x="3276600" y="1066800"/>
            <a:ext cx="5410200" cy="4940300"/>
          </a:xfrm>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a:lstStyle/>
          <a:p>
            <a:endParaRPr lang="en-US" altLang="en-US" sz="1800" dirty="0">
              <a:latin typeface="Arial" panose="020B0604020202020204" pitchFamily="34" charset="0"/>
            </a:endParaRPr>
          </a:p>
          <a:p>
            <a:r>
              <a:rPr lang="en-CA" altLang="en-US" dirty="0"/>
              <a:t>MP4 is the format for internet video.</a:t>
            </a:r>
          </a:p>
          <a:p>
            <a:r>
              <a:rPr lang="en-CA" altLang="en-US" dirty="0"/>
              <a:t>MP4 is recommended by YouTube.</a:t>
            </a:r>
          </a:p>
          <a:p>
            <a:r>
              <a:rPr lang="en-CA" altLang="en-US" dirty="0"/>
              <a:t>MP4 is supported by Flash Players.</a:t>
            </a:r>
          </a:p>
          <a:p>
            <a:r>
              <a:rPr lang="en-CA" altLang="en-US" dirty="0"/>
              <a:t>MP4 is supported by HTML5.  </a:t>
            </a:r>
            <a:endParaRPr lang="en-US" altLang="en-US" sz="1800" dirty="0">
              <a:latin typeface="Arial" panose="020B0604020202020204" pitchFamily="34" charset="0"/>
            </a:endParaRPr>
          </a:p>
          <a:p>
            <a:endParaRPr lang="en-US" altLang="en-US" sz="1800" dirty="0">
              <a:latin typeface="Arial" panose="020B0604020202020204" pitchFamily="34" charset="0"/>
            </a:endParaRPr>
          </a:p>
          <a:p>
            <a:endParaRPr lang="en-US" altLang="en-US" sz="1800" dirty="0">
              <a:latin typeface="Arial" panose="020B0604020202020204" pitchFamily="34" charset="0"/>
            </a:endParaRPr>
          </a:p>
        </p:txBody>
      </p:sp>
      <p:sp>
        <p:nvSpPr>
          <p:cNvPr id="25603" name="Title 2"/>
          <p:cNvSpPr>
            <a:spLocks noGrp="1" noChangeArrowheads="1"/>
          </p:cNvSpPr>
          <p:nvPr>
            <p:ph type="title" idx="4294967295"/>
          </p:nvPr>
        </p:nvSpPr>
        <p:spPr>
          <a:xfrm>
            <a:off x="457200" y="274638"/>
            <a:ext cx="8229600" cy="792162"/>
          </a:xfrm>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a:lstStyle/>
          <a:p>
            <a:pPr eaLnBrk="1" hangingPunct="1"/>
            <a:r>
              <a:rPr lang="en-US" altLang="en-US" sz="3200">
                <a:solidFill>
                  <a:schemeClr val="tx1"/>
                </a:solidFill>
                <a:latin typeface="Arial" panose="020B0604020202020204" pitchFamily="34" charset="0"/>
              </a:rPr>
              <a:t>HTML Media (MP4s)</a:t>
            </a:r>
          </a:p>
        </p:txBody>
      </p:sp>
      <p:pic>
        <p:nvPicPr>
          <p:cNvPr id="25605" name="Picture 5" descr="pic_video_format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313" y="1341438"/>
            <a:ext cx="2590800" cy="14414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Footer Placeholder 2"/>
          <p:cNvSpPr>
            <a:spLocks noGrp="1"/>
          </p:cNvSpPr>
          <p:nvPr>
            <p:ph type="ftr" sz="quarter" idx="11"/>
          </p:nvPr>
        </p:nvSpPr>
        <p:spPr/>
        <p:txBody>
          <a:bodyPr/>
          <a:lstStyle/>
          <a:p>
            <a:r>
              <a:rPr lang="en-US" altLang="en-US"/>
              <a:t>K. Lorenc - Last updated 2016/08/01</a:t>
            </a:r>
          </a:p>
        </p:txBody>
      </p:sp>
      <p:sp>
        <p:nvSpPr>
          <p:cNvPr id="27650" name="Content Placeholder 1"/>
          <p:cNvSpPr>
            <a:spLocks noGrp="1" noChangeArrowheads="1"/>
          </p:cNvSpPr>
          <p:nvPr>
            <p:ph idx="4294967295"/>
          </p:nvPr>
        </p:nvSpPr>
        <p:spPr>
          <a:xfrm>
            <a:off x="457200" y="1066800"/>
            <a:ext cx="8229600" cy="4940300"/>
          </a:xfrm>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a:lstStyle/>
          <a:p>
            <a:endParaRPr lang="en-US" altLang="en-US" sz="1800">
              <a:latin typeface="Arial" panose="020B0604020202020204" pitchFamily="34" charset="0"/>
            </a:endParaRPr>
          </a:p>
          <a:p>
            <a:endParaRPr lang="en-US" altLang="en-US" sz="1800">
              <a:latin typeface="Arial" panose="020B0604020202020204" pitchFamily="34" charset="0"/>
            </a:endParaRPr>
          </a:p>
          <a:p>
            <a:endParaRPr lang="en-US" altLang="en-US" sz="1800">
              <a:latin typeface="Arial" panose="020B0604020202020204" pitchFamily="34" charset="0"/>
            </a:endParaRPr>
          </a:p>
        </p:txBody>
      </p:sp>
      <p:sp>
        <p:nvSpPr>
          <p:cNvPr id="27651" name="Title 2"/>
          <p:cNvSpPr>
            <a:spLocks noGrp="1" noChangeArrowheads="1"/>
          </p:cNvSpPr>
          <p:nvPr>
            <p:ph type="title" idx="4294967295"/>
          </p:nvPr>
        </p:nvSpPr>
        <p:spPr>
          <a:xfrm>
            <a:off x="457200" y="274638"/>
            <a:ext cx="8229600" cy="792162"/>
          </a:xfrm>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a:lstStyle/>
          <a:p>
            <a:pPr eaLnBrk="1" hangingPunct="1"/>
            <a:r>
              <a:rPr lang="en-US" altLang="en-US" sz="3200">
                <a:solidFill>
                  <a:schemeClr val="tx1"/>
                </a:solidFill>
                <a:latin typeface="Arial" panose="020B0604020202020204" pitchFamily="34" charset="0"/>
              </a:rPr>
              <a:t>HTML Media </a:t>
            </a:r>
            <a:br>
              <a:rPr lang="en-US" altLang="en-US" sz="3200">
                <a:solidFill>
                  <a:schemeClr val="tx1"/>
                </a:solidFill>
                <a:latin typeface="Arial" panose="020B0604020202020204" pitchFamily="34" charset="0"/>
              </a:rPr>
            </a:br>
            <a:r>
              <a:rPr lang="en-US" altLang="en-US" sz="3200">
                <a:solidFill>
                  <a:schemeClr val="tx1"/>
                </a:solidFill>
                <a:latin typeface="Arial" panose="020B0604020202020204" pitchFamily="34" charset="0"/>
              </a:rPr>
              <a:t>(</a:t>
            </a:r>
            <a:r>
              <a:rPr lang="en-US" altLang="en-US" sz="2400">
                <a:solidFill>
                  <a:schemeClr val="tx1"/>
                </a:solidFill>
                <a:latin typeface="Arial" panose="020B0604020202020204" pitchFamily="34" charset="0"/>
              </a:rPr>
              <a:t>Video formats </a:t>
            </a:r>
            <a:r>
              <a:rPr lang="en-CA" altLang="en-US" sz="2400">
                <a:latin typeface="Arial" panose="020B0604020202020204" pitchFamily="34" charset="0"/>
              </a:rPr>
              <a:t>Supported by HTML5 browsers</a:t>
            </a:r>
            <a:r>
              <a:rPr lang="en-US" altLang="en-US" sz="3200">
                <a:solidFill>
                  <a:schemeClr val="tx1"/>
                </a:solidFill>
                <a:latin typeface="Arial" panose="020B0604020202020204" pitchFamily="34" charset="0"/>
              </a:rPr>
              <a:t>)</a:t>
            </a:r>
          </a:p>
        </p:txBody>
      </p:sp>
      <p:graphicFrame>
        <p:nvGraphicFramePr>
          <p:cNvPr id="27686" name="Group 38"/>
          <p:cNvGraphicFramePr>
            <a:graphicFrameLocks noGrp="1"/>
          </p:cNvGraphicFramePr>
          <p:nvPr/>
        </p:nvGraphicFramePr>
        <p:xfrm>
          <a:off x="323850" y="1397000"/>
          <a:ext cx="8351838" cy="4674235"/>
        </p:xfrm>
        <a:graphic>
          <a:graphicData uri="http://schemas.openxmlformats.org/drawingml/2006/table">
            <a:tbl>
              <a:tblPr/>
              <a:tblGrid>
                <a:gridCol w="1800225">
                  <a:extLst>
                    <a:ext uri="{9D8B030D-6E8A-4147-A177-3AD203B41FA5}">
                      <a16:colId xmlns:a16="http://schemas.microsoft.com/office/drawing/2014/main" val="3180659621"/>
                    </a:ext>
                  </a:extLst>
                </a:gridCol>
                <a:gridCol w="1295400">
                  <a:extLst>
                    <a:ext uri="{9D8B030D-6E8A-4147-A177-3AD203B41FA5}">
                      <a16:colId xmlns:a16="http://schemas.microsoft.com/office/drawing/2014/main" val="3251278707"/>
                    </a:ext>
                  </a:extLst>
                </a:gridCol>
                <a:gridCol w="5256213">
                  <a:extLst>
                    <a:ext uri="{9D8B030D-6E8A-4147-A177-3AD203B41FA5}">
                      <a16:colId xmlns:a16="http://schemas.microsoft.com/office/drawing/2014/main" val="1146916690"/>
                    </a:ext>
                  </a:extLst>
                </a:gridCol>
              </a:tblGrid>
              <a:tr h="447675">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l"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1"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Format</a:t>
                      </a:r>
                      <a:endParaRPr kumimoji="0" lang="en-CA" altLang="en-US" sz="23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l"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1"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File</a:t>
                      </a:r>
                      <a:endParaRPr kumimoji="0" lang="en-CA" altLang="en-US" sz="23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l"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1"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Description</a:t>
                      </a:r>
                      <a:endParaRPr kumimoji="0" lang="en-CA" altLang="en-US" sz="23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779166942"/>
                  </a:ext>
                </a:extLst>
              </a:tr>
              <a:tr h="1016000">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l"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Ogg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l"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.ogg</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l"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Developed by the Xiph.Org Foundation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84104137"/>
                  </a:ext>
                </a:extLst>
              </a:tr>
              <a:tr h="1016000">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l"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WebM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l"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.webm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l"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Developed by the web giants, Mozilla, Opera, Adobe, and Google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39374270"/>
                  </a:ext>
                </a:extLst>
              </a:tr>
              <a:tr h="1016000">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l"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MPEG-4 or MP4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l"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.mp4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l"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Developed by the Moving Pictures Expert Group. Based on QuickTime. Commonly used in newer video cameras and TV hardware. Recommended by YouTube.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71819984"/>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Footer Placeholder 2"/>
          <p:cNvSpPr>
            <a:spLocks noGrp="1"/>
          </p:cNvSpPr>
          <p:nvPr>
            <p:ph type="ftr" sz="quarter" idx="11"/>
          </p:nvPr>
        </p:nvSpPr>
        <p:spPr/>
        <p:txBody>
          <a:bodyPr/>
          <a:lstStyle/>
          <a:p>
            <a:r>
              <a:rPr lang="en-US" altLang="en-US"/>
              <a:t>K. Lorenc - Last updated 2016/08/01</a:t>
            </a:r>
          </a:p>
        </p:txBody>
      </p:sp>
      <p:sp>
        <p:nvSpPr>
          <p:cNvPr id="29698" name="Content Placeholder 1"/>
          <p:cNvSpPr>
            <a:spLocks noGrp="1" noChangeArrowheads="1"/>
          </p:cNvSpPr>
          <p:nvPr>
            <p:ph idx="4294967295"/>
          </p:nvPr>
        </p:nvSpPr>
        <p:spPr>
          <a:xfrm>
            <a:off x="457200" y="1066800"/>
            <a:ext cx="8229600" cy="4940300"/>
          </a:xfrm>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a:lstStyle/>
          <a:p>
            <a:pPr>
              <a:buFont typeface="Wingdings 3" panose="05040102010807070707" pitchFamily="18" charset="2"/>
              <a:buNone/>
            </a:pPr>
            <a:endParaRPr lang="en-US" altLang="en-US" sz="1800">
              <a:latin typeface="Arial" panose="020B0604020202020204" pitchFamily="34" charset="0"/>
            </a:endParaRPr>
          </a:p>
          <a:p>
            <a:endParaRPr lang="en-US" altLang="en-US" sz="1800">
              <a:latin typeface="Arial" panose="020B0604020202020204" pitchFamily="34" charset="0"/>
            </a:endParaRPr>
          </a:p>
          <a:p>
            <a:endParaRPr lang="en-US" altLang="en-US" sz="1800">
              <a:latin typeface="Arial" panose="020B0604020202020204" pitchFamily="34" charset="0"/>
            </a:endParaRPr>
          </a:p>
        </p:txBody>
      </p:sp>
      <p:sp>
        <p:nvSpPr>
          <p:cNvPr id="29699" name="Title 2"/>
          <p:cNvSpPr>
            <a:spLocks noGrp="1" noChangeArrowheads="1"/>
          </p:cNvSpPr>
          <p:nvPr>
            <p:ph type="title" idx="4294967295"/>
          </p:nvPr>
        </p:nvSpPr>
        <p:spPr>
          <a:xfrm>
            <a:off x="457200" y="274638"/>
            <a:ext cx="8229600" cy="792162"/>
          </a:xfrm>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a:lstStyle/>
          <a:p>
            <a:pPr eaLnBrk="1" hangingPunct="1"/>
            <a:r>
              <a:rPr lang="en-US" altLang="en-US" sz="3200">
                <a:solidFill>
                  <a:schemeClr val="tx1"/>
                </a:solidFill>
                <a:latin typeface="Arial" panose="020B0604020202020204" pitchFamily="34" charset="0"/>
              </a:rPr>
              <a:t>HTML Media </a:t>
            </a:r>
            <a:r>
              <a:rPr lang="en-US" altLang="en-US" sz="2400">
                <a:solidFill>
                  <a:schemeClr val="tx1"/>
                </a:solidFill>
                <a:latin typeface="Arial" panose="020B0604020202020204" pitchFamily="34" charset="0"/>
              </a:rPr>
              <a:t>(Other Video formats)</a:t>
            </a:r>
          </a:p>
        </p:txBody>
      </p:sp>
      <p:graphicFrame>
        <p:nvGraphicFramePr>
          <p:cNvPr id="29757" name="Group 61"/>
          <p:cNvGraphicFramePr>
            <a:graphicFrameLocks noGrp="1"/>
          </p:cNvGraphicFramePr>
          <p:nvPr/>
        </p:nvGraphicFramePr>
        <p:xfrm>
          <a:off x="250825" y="908050"/>
          <a:ext cx="8569325" cy="5192395"/>
        </p:xfrm>
        <a:graphic>
          <a:graphicData uri="http://schemas.openxmlformats.org/drawingml/2006/table">
            <a:tbl>
              <a:tblPr/>
              <a:tblGrid>
                <a:gridCol w="1771650">
                  <a:extLst>
                    <a:ext uri="{9D8B030D-6E8A-4147-A177-3AD203B41FA5}">
                      <a16:colId xmlns:a16="http://schemas.microsoft.com/office/drawing/2014/main" val="508429834"/>
                    </a:ext>
                  </a:extLst>
                </a:gridCol>
                <a:gridCol w="1182688">
                  <a:extLst>
                    <a:ext uri="{9D8B030D-6E8A-4147-A177-3AD203B41FA5}">
                      <a16:colId xmlns:a16="http://schemas.microsoft.com/office/drawing/2014/main" val="3103570516"/>
                    </a:ext>
                  </a:extLst>
                </a:gridCol>
                <a:gridCol w="5614987">
                  <a:extLst>
                    <a:ext uri="{9D8B030D-6E8A-4147-A177-3AD203B41FA5}">
                      <a16:colId xmlns:a16="http://schemas.microsoft.com/office/drawing/2014/main" val="874930381"/>
                    </a:ext>
                  </a:extLst>
                </a:gridCol>
              </a:tblGrid>
              <a:tr h="447675">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l"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1" i="0" u="none" strike="noStrike" cap="none" normalizeH="0" baseline="0">
                          <a:ln>
                            <a:noFill/>
                          </a:ln>
                          <a:solidFill>
                            <a:schemeClr val="tx1"/>
                          </a:solidFill>
                          <a:effectLst/>
                          <a:latin typeface="Arial" panose="020B0604020202020204" pitchFamily="34" charset="0"/>
                          <a:cs typeface="Arial" panose="020B0604020202020204" pitchFamily="34" charset="0"/>
                        </a:rPr>
                        <a:t>Format</a:t>
                      </a:r>
                      <a:endParaRPr kumimoji="0" lang="en-CA" altLang="en-US" sz="23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l"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1" i="0" u="none" strike="noStrike" cap="none" normalizeH="0" baseline="0">
                          <a:ln>
                            <a:noFill/>
                          </a:ln>
                          <a:solidFill>
                            <a:schemeClr val="tx1"/>
                          </a:solidFill>
                          <a:effectLst/>
                          <a:latin typeface="Arial" panose="020B0604020202020204" pitchFamily="34" charset="0"/>
                          <a:cs typeface="Arial" panose="020B0604020202020204" pitchFamily="34" charset="0"/>
                        </a:rPr>
                        <a:t>File</a:t>
                      </a:r>
                      <a:endParaRPr kumimoji="0" lang="en-CA" altLang="en-US" sz="23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l"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1" i="0" u="none" strike="noStrike" cap="none" normalizeH="0" baseline="0">
                          <a:ln>
                            <a:noFill/>
                          </a:ln>
                          <a:solidFill>
                            <a:schemeClr val="tx1"/>
                          </a:solidFill>
                          <a:effectLst/>
                          <a:latin typeface="Arial" panose="020B0604020202020204" pitchFamily="34" charset="0"/>
                          <a:cs typeface="Arial" panose="020B0604020202020204" pitchFamily="34" charset="0"/>
                        </a:rPr>
                        <a:t>Description</a:t>
                      </a:r>
                      <a:endParaRPr kumimoji="0" lang="en-CA" altLang="en-US" sz="23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317628928"/>
                  </a:ext>
                </a:extLst>
              </a:tr>
              <a:tr h="812800">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l"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000" b="0" i="0" u="none" strike="noStrike" cap="none" normalizeH="0" baseline="0">
                          <a:ln>
                            <a:noFill/>
                          </a:ln>
                          <a:solidFill>
                            <a:schemeClr val="tx1"/>
                          </a:solidFill>
                          <a:effectLst/>
                          <a:latin typeface="Arial" panose="020B0604020202020204" pitchFamily="34" charset="0"/>
                          <a:cs typeface="Arial" panose="020B0604020202020204" pitchFamily="34" charset="0"/>
                        </a:rPr>
                        <a:t>MPEG</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l"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000" b="0" i="0" u="none" strike="noStrike" cap="none" normalizeH="0" baseline="0">
                          <a:ln>
                            <a:noFill/>
                          </a:ln>
                          <a:solidFill>
                            <a:schemeClr val="tx1"/>
                          </a:solidFill>
                          <a:effectLst/>
                          <a:latin typeface="Arial" panose="020B0604020202020204" pitchFamily="34" charset="0"/>
                          <a:cs typeface="Arial" panose="020B0604020202020204" pitchFamily="34" charset="0"/>
                        </a:rPr>
                        <a:t>.mpg</a:t>
                      </a:r>
                    </a:p>
                    <a:p>
                      <a:pPr marL="109538" marR="0" lvl="0" indent="0" algn="l"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000" b="0" i="0" u="none" strike="noStrike" cap="none" normalizeH="0" baseline="0">
                          <a:ln>
                            <a:noFill/>
                          </a:ln>
                          <a:solidFill>
                            <a:schemeClr val="tx1"/>
                          </a:solidFill>
                          <a:effectLst/>
                          <a:latin typeface="Arial" panose="020B0604020202020204" pitchFamily="34" charset="0"/>
                          <a:cs typeface="Arial" panose="020B0604020202020204" pitchFamily="34" charset="0"/>
                        </a:rPr>
                        <a:t>.mpeg</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l"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1800" b="0" i="0" u="none" strike="noStrike" cap="none" normalizeH="0" baseline="0">
                          <a:ln>
                            <a:noFill/>
                          </a:ln>
                          <a:solidFill>
                            <a:srgbClr val="000000"/>
                          </a:solidFill>
                          <a:effectLst/>
                          <a:latin typeface="Arial" panose="020B0604020202020204" pitchFamily="34" charset="0"/>
                          <a:cs typeface="Arial" panose="020B0604020202020204" pitchFamily="34" charset="0"/>
                        </a:rPr>
                        <a:t>Developed by the Moving Pictures Expert Group. The first popular video format on the web. Used to be supported by all browsers, but it is not supported in HTML5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19781495"/>
                  </a:ext>
                </a:extLst>
              </a:tr>
              <a:tr h="812800">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l"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000" b="0" i="0" u="none" strike="noStrike" cap="none" normalizeH="0" baseline="0">
                          <a:ln>
                            <a:noFill/>
                          </a:ln>
                          <a:solidFill>
                            <a:schemeClr val="tx1"/>
                          </a:solidFill>
                          <a:effectLst/>
                          <a:latin typeface="Arial" panose="020B0604020202020204" pitchFamily="34" charset="0"/>
                          <a:cs typeface="Arial" panose="020B0604020202020204" pitchFamily="34" charset="0"/>
                        </a:rPr>
                        <a:t>AVI</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l"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000" b="0" i="0" u="none" strike="noStrike" cap="none" normalizeH="0" baseline="0">
                          <a:ln>
                            <a:noFill/>
                          </a:ln>
                          <a:solidFill>
                            <a:schemeClr val="tx1"/>
                          </a:solidFill>
                          <a:effectLst/>
                          <a:latin typeface="Arial" panose="020B0604020202020204" pitchFamily="34" charset="0"/>
                          <a:cs typeface="Arial" panose="020B0604020202020204" pitchFamily="34" charset="0"/>
                        </a:rPr>
                        <a:t>.avi</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l"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1800" b="0" i="0" u="none" strike="noStrike" cap="none" normalizeH="0" baseline="0">
                          <a:ln>
                            <a:noFill/>
                          </a:ln>
                          <a:solidFill>
                            <a:srgbClr val="000000"/>
                          </a:solidFill>
                          <a:effectLst/>
                          <a:latin typeface="Arial" panose="020B0604020202020204" pitchFamily="34" charset="0"/>
                          <a:cs typeface="Arial" panose="020B0604020202020204" pitchFamily="34" charset="0"/>
                        </a:rPr>
                        <a:t>Developed by Microsoft. Commonly used in video cameras and TV hardware. Plays well on Windows computers, but not in web browsers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0605189"/>
                  </a:ext>
                </a:extLst>
              </a:tr>
              <a:tr h="812800">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l"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000" b="0" i="0" u="none" strike="noStrike" cap="none" normalizeH="0" baseline="0">
                          <a:ln>
                            <a:noFill/>
                          </a:ln>
                          <a:solidFill>
                            <a:schemeClr val="tx1"/>
                          </a:solidFill>
                          <a:effectLst/>
                          <a:latin typeface="Arial" panose="020B0604020202020204" pitchFamily="34" charset="0"/>
                          <a:cs typeface="Arial" panose="020B0604020202020204" pitchFamily="34" charset="0"/>
                        </a:rPr>
                        <a:t>WMV</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l"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000" b="0" i="0" u="none" strike="noStrike" cap="none" normalizeH="0" baseline="0">
                          <a:ln>
                            <a:noFill/>
                          </a:ln>
                          <a:solidFill>
                            <a:schemeClr val="tx1"/>
                          </a:solidFill>
                          <a:effectLst/>
                          <a:latin typeface="Arial" panose="020B0604020202020204" pitchFamily="34" charset="0"/>
                          <a:cs typeface="Arial" panose="020B0604020202020204" pitchFamily="34" charset="0"/>
                        </a:rPr>
                        <a:t>.wmv</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l"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1800" b="0" i="0" u="none" strike="noStrike" cap="none" normalizeH="0" baseline="0">
                          <a:ln>
                            <a:noFill/>
                          </a:ln>
                          <a:solidFill>
                            <a:srgbClr val="000000"/>
                          </a:solidFill>
                          <a:effectLst/>
                          <a:latin typeface="Arial" panose="020B0604020202020204" pitchFamily="34" charset="0"/>
                          <a:cs typeface="Arial" panose="020B0604020202020204" pitchFamily="34" charset="0"/>
                        </a:rPr>
                        <a:t>Developed by Microsoft. Commonly used in video cameras and TV hardware. Plays well on Windows computers, but not in web browsers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567537174"/>
                  </a:ext>
                </a:extLst>
              </a:tr>
              <a:tr h="812800">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l"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000" b="0" i="0" u="none" strike="noStrike" cap="none" normalizeH="0" baseline="0">
                          <a:ln>
                            <a:noFill/>
                          </a:ln>
                          <a:solidFill>
                            <a:schemeClr val="tx1"/>
                          </a:solidFill>
                          <a:effectLst/>
                          <a:latin typeface="Arial" panose="020B0604020202020204" pitchFamily="34" charset="0"/>
                          <a:cs typeface="Arial" panose="020B0604020202020204" pitchFamily="34" charset="0"/>
                        </a:rPr>
                        <a:t>QuickTime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l"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000" b="0" i="0" u="none" strike="noStrike" cap="none" normalizeH="0" baseline="0">
                          <a:ln>
                            <a:noFill/>
                          </a:ln>
                          <a:solidFill>
                            <a:schemeClr val="tx1"/>
                          </a:solidFill>
                          <a:effectLst/>
                          <a:latin typeface="Arial" panose="020B0604020202020204" pitchFamily="34" charset="0"/>
                          <a:cs typeface="Arial" panose="020B0604020202020204" pitchFamily="34" charset="0"/>
                        </a:rPr>
                        <a:t>.mov</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l"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1800" b="0" i="0" u="none" strike="noStrike" cap="none" normalizeH="0" baseline="0">
                          <a:ln>
                            <a:noFill/>
                          </a:ln>
                          <a:solidFill>
                            <a:srgbClr val="000000"/>
                          </a:solidFill>
                          <a:effectLst/>
                          <a:latin typeface="Arial" panose="020B0604020202020204" pitchFamily="34" charset="0"/>
                          <a:cs typeface="Arial" panose="020B0604020202020204" pitchFamily="34" charset="0"/>
                        </a:rPr>
                        <a:t>Developed by Apple. Commonly used in video cameras and TV hardware. Plays well on Apple computers, but not in web browsers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20789076"/>
                  </a:ext>
                </a:extLst>
              </a:tr>
              <a:tr h="812800">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l"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000" b="0" i="0" u="none" strike="noStrike" cap="none" normalizeH="0" baseline="0">
                          <a:ln>
                            <a:noFill/>
                          </a:ln>
                          <a:solidFill>
                            <a:schemeClr val="tx1"/>
                          </a:solidFill>
                          <a:effectLst/>
                          <a:latin typeface="Arial" panose="020B0604020202020204" pitchFamily="34" charset="0"/>
                          <a:cs typeface="Arial" panose="020B0604020202020204" pitchFamily="34" charset="0"/>
                        </a:rPr>
                        <a:t>Flash</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l"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000" b="0" i="0" u="none" strike="noStrike" cap="none" normalizeH="0" baseline="0">
                          <a:ln>
                            <a:noFill/>
                          </a:ln>
                          <a:solidFill>
                            <a:schemeClr val="tx1"/>
                          </a:solidFill>
                          <a:effectLst/>
                          <a:latin typeface="Arial" panose="020B0604020202020204" pitchFamily="34" charset="0"/>
                          <a:cs typeface="Arial" panose="020B0604020202020204" pitchFamily="34" charset="0"/>
                        </a:rPr>
                        <a:t>.swf</a:t>
                      </a:r>
                    </a:p>
                    <a:p>
                      <a:pPr marL="109538" marR="0" lvl="0" indent="0" algn="l"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000" b="0" i="0" u="none" strike="noStrike" cap="none" normalizeH="0" baseline="0">
                          <a:ln>
                            <a:noFill/>
                          </a:ln>
                          <a:solidFill>
                            <a:schemeClr val="tx1"/>
                          </a:solidFill>
                          <a:effectLst/>
                          <a:latin typeface="Arial" panose="020B0604020202020204" pitchFamily="34" charset="0"/>
                          <a:cs typeface="Arial" panose="020B0604020202020204" pitchFamily="34" charset="0"/>
                        </a:rPr>
                        <a:t>.flv</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l"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1800" b="0" i="0" u="none" strike="noStrike" cap="none" normalizeH="0" baseline="0">
                          <a:ln>
                            <a:noFill/>
                          </a:ln>
                          <a:solidFill>
                            <a:srgbClr val="000000"/>
                          </a:solidFill>
                          <a:effectLst/>
                          <a:latin typeface="Arial" panose="020B0604020202020204" pitchFamily="34" charset="0"/>
                          <a:cs typeface="Arial" panose="020B0604020202020204" pitchFamily="34" charset="0"/>
                        </a:rPr>
                        <a:t>Developed by Macromedia. Often requires an extra component (plug-in) to play in web browsers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905954566"/>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Footer Placeholder 2"/>
          <p:cNvSpPr>
            <a:spLocks noGrp="1"/>
          </p:cNvSpPr>
          <p:nvPr>
            <p:ph type="ftr" sz="quarter" idx="11"/>
          </p:nvPr>
        </p:nvSpPr>
        <p:spPr/>
        <p:txBody>
          <a:bodyPr/>
          <a:lstStyle/>
          <a:p>
            <a:r>
              <a:rPr lang="en-US" altLang="en-US"/>
              <a:t>K. Lorenc - Last updated 2016/08/01</a:t>
            </a:r>
          </a:p>
        </p:txBody>
      </p:sp>
      <p:sp>
        <p:nvSpPr>
          <p:cNvPr id="37890" name="Content Placeholder 1"/>
          <p:cNvSpPr>
            <a:spLocks noGrp="1" noChangeArrowheads="1"/>
          </p:cNvSpPr>
          <p:nvPr>
            <p:ph idx="4294967295"/>
          </p:nvPr>
        </p:nvSpPr>
        <p:spPr>
          <a:xfrm>
            <a:off x="457200" y="1066800"/>
            <a:ext cx="8229600" cy="4940300"/>
          </a:xfrm>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a:lstStyle/>
          <a:p>
            <a:endParaRPr lang="en-US" altLang="en-US" sz="1800">
              <a:latin typeface="Arial" panose="020B0604020202020204" pitchFamily="34" charset="0"/>
            </a:endParaRPr>
          </a:p>
          <a:p>
            <a:endParaRPr lang="en-US" altLang="en-US" sz="1800">
              <a:latin typeface="Arial" panose="020B0604020202020204" pitchFamily="34" charset="0"/>
            </a:endParaRPr>
          </a:p>
          <a:p>
            <a:endParaRPr lang="en-US" altLang="en-US" sz="1800">
              <a:latin typeface="Arial" panose="020B0604020202020204" pitchFamily="34" charset="0"/>
            </a:endParaRPr>
          </a:p>
        </p:txBody>
      </p:sp>
      <p:sp>
        <p:nvSpPr>
          <p:cNvPr id="37891" name="Title 2"/>
          <p:cNvSpPr>
            <a:spLocks noGrp="1" noChangeArrowheads="1"/>
          </p:cNvSpPr>
          <p:nvPr>
            <p:ph type="title" idx="4294967295"/>
          </p:nvPr>
        </p:nvSpPr>
        <p:spPr>
          <a:xfrm>
            <a:off x="457200" y="274638"/>
            <a:ext cx="8229600" cy="792162"/>
          </a:xfrm>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a:lstStyle/>
          <a:p>
            <a:pPr eaLnBrk="1" hangingPunct="1"/>
            <a:r>
              <a:rPr lang="en-US" altLang="en-US" sz="3600">
                <a:solidFill>
                  <a:schemeClr val="tx1"/>
                </a:solidFill>
                <a:latin typeface="Arial" panose="020B0604020202020204" pitchFamily="34" charset="0"/>
              </a:rPr>
              <a:t>HTML Media </a:t>
            </a:r>
            <a:br>
              <a:rPr lang="en-US" altLang="en-US" sz="3600">
                <a:solidFill>
                  <a:schemeClr val="tx1"/>
                </a:solidFill>
                <a:latin typeface="Arial" panose="020B0604020202020204" pitchFamily="34" charset="0"/>
              </a:rPr>
            </a:br>
            <a:r>
              <a:rPr lang="en-US" altLang="en-US" sz="3600">
                <a:solidFill>
                  <a:schemeClr val="tx1"/>
                </a:solidFill>
                <a:latin typeface="Arial" panose="020B0604020202020204" pitchFamily="34" charset="0"/>
              </a:rPr>
              <a:t>(</a:t>
            </a:r>
            <a:r>
              <a:rPr lang="en-US" altLang="en-US" sz="2400">
                <a:solidFill>
                  <a:schemeClr val="tx1"/>
                </a:solidFill>
                <a:latin typeface="Arial" panose="020B0604020202020204" pitchFamily="34" charset="0"/>
              </a:rPr>
              <a:t>Audio formats </a:t>
            </a:r>
            <a:r>
              <a:rPr lang="en-CA" altLang="en-US" sz="2400">
                <a:latin typeface="Arial" panose="020B0604020202020204" pitchFamily="34" charset="0"/>
              </a:rPr>
              <a:t>Supported by HTML5 browsers</a:t>
            </a:r>
            <a:r>
              <a:rPr lang="en-US" altLang="en-US" sz="3600">
                <a:solidFill>
                  <a:schemeClr val="tx1"/>
                </a:solidFill>
                <a:latin typeface="Arial" panose="020B0604020202020204" pitchFamily="34" charset="0"/>
              </a:rPr>
              <a:t>)</a:t>
            </a:r>
          </a:p>
        </p:txBody>
      </p:sp>
      <p:graphicFrame>
        <p:nvGraphicFramePr>
          <p:cNvPr id="37934" name="Group 46"/>
          <p:cNvGraphicFramePr>
            <a:graphicFrameLocks noGrp="1"/>
          </p:cNvGraphicFramePr>
          <p:nvPr/>
        </p:nvGraphicFramePr>
        <p:xfrm>
          <a:off x="323850" y="1397000"/>
          <a:ext cx="8351838" cy="4341496"/>
        </p:xfrm>
        <a:graphic>
          <a:graphicData uri="http://schemas.openxmlformats.org/drawingml/2006/table">
            <a:tbl>
              <a:tblPr/>
              <a:tblGrid>
                <a:gridCol w="1584325">
                  <a:extLst>
                    <a:ext uri="{9D8B030D-6E8A-4147-A177-3AD203B41FA5}">
                      <a16:colId xmlns:a16="http://schemas.microsoft.com/office/drawing/2014/main" val="2911105681"/>
                    </a:ext>
                  </a:extLst>
                </a:gridCol>
                <a:gridCol w="1079500">
                  <a:extLst>
                    <a:ext uri="{9D8B030D-6E8A-4147-A177-3AD203B41FA5}">
                      <a16:colId xmlns:a16="http://schemas.microsoft.com/office/drawing/2014/main" val="3845967646"/>
                    </a:ext>
                  </a:extLst>
                </a:gridCol>
                <a:gridCol w="5688013">
                  <a:extLst>
                    <a:ext uri="{9D8B030D-6E8A-4147-A177-3AD203B41FA5}">
                      <a16:colId xmlns:a16="http://schemas.microsoft.com/office/drawing/2014/main" val="2691842706"/>
                    </a:ext>
                  </a:extLst>
                </a:gridCol>
              </a:tblGrid>
              <a:tr h="447675">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l"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1"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Format</a:t>
                      </a:r>
                      <a:endParaRPr kumimoji="0" lang="en-CA" altLang="en-US" sz="23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l"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1"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File</a:t>
                      </a:r>
                      <a:endParaRPr kumimoji="0" lang="en-CA" altLang="en-US" sz="23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l"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1"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Description</a:t>
                      </a:r>
                      <a:endParaRPr kumimoji="0" lang="en-CA" altLang="en-US" sz="23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58228978"/>
                  </a:ext>
                </a:extLst>
              </a:tr>
              <a:tr h="863600">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l"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WAV</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l"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.wav</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l"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18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Developed by IBM and Microsoft. Plays well on Windows, Macintosh, and Linux operating systems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871415825"/>
                  </a:ext>
                </a:extLst>
              </a:tr>
              <a:tr h="525463">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l"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OGG</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l"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.ogg</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l"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18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Developed by the Xiph.Org Foundation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79304363"/>
                  </a:ext>
                </a:extLst>
              </a:tr>
              <a:tr h="1189038">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l"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MP3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l"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.mp3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l"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18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MP3 files are actually the sound part of MPEG files. MP3 is the most popular format for music players. Combines good compression (small files) with high quality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97769842"/>
                  </a:ext>
                </a:extLst>
              </a:tr>
              <a:tr h="1016000">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l"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MP4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l"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.mp4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l"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18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MP4 is a video format, but can also be used for audio. MP4 video is the leading video format on the internet. This leads to automatic support for MP4 audio by all browsers</a:t>
                      </a:r>
                      <a:r>
                        <a:rPr kumimoji="0" lang="en-CA" altLang="en-US" sz="23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56374553"/>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Footer Placeholder 2"/>
          <p:cNvSpPr>
            <a:spLocks noGrp="1"/>
          </p:cNvSpPr>
          <p:nvPr>
            <p:ph type="ftr" sz="quarter" idx="11"/>
          </p:nvPr>
        </p:nvSpPr>
        <p:spPr/>
        <p:txBody>
          <a:bodyPr/>
          <a:lstStyle/>
          <a:p>
            <a:r>
              <a:rPr lang="en-US" altLang="en-US"/>
              <a:t>K. Lorenc - Last updated 2016/08/01</a:t>
            </a:r>
          </a:p>
        </p:txBody>
      </p:sp>
      <p:sp>
        <p:nvSpPr>
          <p:cNvPr id="41986" name="Content Placeholder 1"/>
          <p:cNvSpPr>
            <a:spLocks noGrp="1" noChangeArrowheads="1"/>
          </p:cNvSpPr>
          <p:nvPr>
            <p:ph idx="4294967295"/>
          </p:nvPr>
        </p:nvSpPr>
        <p:spPr>
          <a:xfrm>
            <a:off x="457200" y="1066800"/>
            <a:ext cx="8229600" cy="4940300"/>
          </a:xfrm>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a:lstStyle/>
          <a:p>
            <a:pPr>
              <a:buFont typeface="Wingdings 3" panose="05040102010807070707" pitchFamily="18" charset="2"/>
              <a:buNone/>
            </a:pPr>
            <a:endParaRPr lang="en-US" altLang="en-US" sz="1800">
              <a:latin typeface="Arial" panose="020B0604020202020204" pitchFamily="34" charset="0"/>
            </a:endParaRPr>
          </a:p>
          <a:p>
            <a:endParaRPr lang="en-US" altLang="en-US" sz="1800">
              <a:latin typeface="Arial" panose="020B0604020202020204" pitchFamily="34" charset="0"/>
            </a:endParaRPr>
          </a:p>
          <a:p>
            <a:endParaRPr lang="en-US" altLang="en-US" sz="1800">
              <a:latin typeface="Arial" panose="020B0604020202020204" pitchFamily="34" charset="0"/>
            </a:endParaRPr>
          </a:p>
        </p:txBody>
      </p:sp>
      <p:sp>
        <p:nvSpPr>
          <p:cNvPr id="41987" name="Title 2"/>
          <p:cNvSpPr>
            <a:spLocks noGrp="1" noChangeArrowheads="1"/>
          </p:cNvSpPr>
          <p:nvPr>
            <p:ph type="title" idx="4294967295"/>
          </p:nvPr>
        </p:nvSpPr>
        <p:spPr>
          <a:xfrm>
            <a:off x="457200" y="274638"/>
            <a:ext cx="8229600" cy="792162"/>
          </a:xfrm>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a:lstStyle/>
          <a:p>
            <a:pPr eaLnBrk="1" hangingPunct="1"/>
            <a:r>
              <a:rPr lang="en-US" altLang="en-US" sz="3600">
                <a:solidFill>
                  <a:schemeClr val="tx1"/>
                </a:solidFill>
                <a:latin typeface="Arial" panose="020B0604020202020204" pitchFamily="34" charset="0"/>
              </a:rPr>
              <a:t>HTML Media </a:t>
            </a:r>
            <a:r>
              <a:rPr lang="en-US" altLang="en-US" sz="2800">
                <a:solidFill>
                  <a:schemeClr val="tx1"/>
                </a:solidFill>
                <a:latin typeface="Arial" panose="020B0604020202020204" pitchFamily="34" charset="0"/>
              </a:rPr>
              <a:t>(Other Audio formats)</a:t>
            </a:r>
          </a:p>
        </p:txBody>
      </p:sp>
      <p:graphicFrame>
        <p:nvGraphicFramePr>
          <p:cNvPr id="42027" name="Group 43"/>
          <p:cNvGraphicFramePr>
            <a:graphicFrameLocks noGrp="1"/>
          </p:cNvGraphicFramePr>
          <p:nvPr/>
        </p:nvGraphicFramePr>
        <p:xfrm>
          <a:off x="250825" y="1087438"/>
          <a:ext cx="8569325" cy="5004435"/>
        </p:xfrm>
        <a:graphic>
          <a:graphicData uri="http://schemas.openxmlformats.org/drawingml/2006/table">
            <a:tbl>
              <a:tblPr/>
              <a:tblGrid>
                <a:gridCol w="1771650">
                  <a:extLst>
                    <a:ext uri="{9D8B030D-6E8A-4147-A177-3AD203B41FA5}">
                      <a16:colId xmlns:a16="http://schemas.microsoft.com/office/drawing/2014/main" val="3137977483"/>
                    </a:ext>
                  </a:extLst>
                </a:gridCol>
                <a:gridCol w="1182688">
                  <a:extLst>
                    <a:ext uri="{9D8B030D-6E8A-4147-A177-3AD203B41FA5}">
                      <a16:colId xmlns:a16="http://schemas.microsoft.com/office/drawing/2014/main" val="2095205197"/>
                    </a:ext>
                  </a:extLst>
                </a:gridCol>
                <a:gridCol w="5614987">
                  <a:extLst>
                    <a:ext uri="{9D8B030D-6E8A-4147-A177-3AD203B41FA5}">
                      <a16:colId xmlns:a16="http://schemas.microsoft.com/office/drawing/2014/main" val="2424118031"/>
                    </a:ext>
                  </a:extLst>
                </a:gridCol>
              </a:tblGrid>
              <a:tr h="447675">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l"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1" i="0" u="none" strike="noStrike" cap="none" normalizeH="0" baseline="0">
                          <a:ln>
                            <a:noFill/>
                          </a:ln>
                          <a:solidFill>
                            <a:schemeClr val="tx1"/>
                          </a:solidFill>
                          <a:effectLst/>
                          <a:latin typeface="Arial" panose="020B0604020202020204" pitchFamily="34" charset="0"/>
                          <a:cs typeface="Arial" panose="020B0604020202020204" pitchFamily="34" charset="0"/>
                        </a:rPr>
                        <a:t>Format</a:t>
                      </a:r>
                      <a:endParaRPr kumimoji="0" lang="en-CA" altLang="en-US" sz="23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l"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1" i="0" u="none" strike="noStrike" cap="none" normalizeH="0" baseline="0">
                          <a:ln>
                            <a:noFill/>
                          </a:ln>
                          <a:solidFill>
                            <a:schemeClr val="tx1"/>
                          </a:solidFill>
                          <a:effectLst/>
                          <a:latin typeface="Arial" panose="020B0604020202020204" pitchFamily="34" charset="0"/>
                          <a:cs typeface="Arial" panose="020B0604020202020204" pitchFamily="34" charset="0"/>
                        </a:rPr>
                        <a:t>File</a:t>
                      </a:r>
                      <a:endParaRPr kumimoji="0" lang="en-CA" altLang="en-US" sz="23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l"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1" i="0" u="none" strike="noStrike" cap="none" normalizeH="0" baseline="0">
                          <a:ln>
                            <a:noFill/>
                          </a:ln>
                          <a:solidFill>
                            <a:schemeClr val="tx1"/>
                          </a:solidFill>
                          <a:effectLst/>
                          <a:latin typeface="Arial" panose="020B0604020202020204" pitchFamily="34" charset="0"/>
                          <a:cs typeface="Arial" panose="020B0604020202020204" pitchFamily="34" charset="0"/>
                        </a:rPr>
                        <a:t>Description</a:t>
                      </a:r>
                      <a:endParaRPr kumimoji="0" lang="en-CA" altLang="en-US" sz="23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177266640"/>
                  </a:ext>
                </a:extLst>
              </a:tr>
              <a:tr h="812800">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l"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000" b="0" i="0" u="none" strike="noStrike" cap="none" normalizeH="0" baseline="0">
                          <a:ln>
                            <a:noFill/>
                          </a:ln>
                          <a:solidFill>
                            <a:schemeClr val="tx1"/>
                          </a:solidFill>
                          <a:effectLst/>
                          <a:latin typeface="Arial" panose="020B0604020202020204" pitchFamily="34" charset="0"/>
                          <a:cs typeface="Arial" panose="020B0604020202020204" pitchFamily="34" charset="0"/>
                        </a:rPr>
                        <a:t>MIDI</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l"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000" b="0" i="0" u="none" strike="noStrike" cap="none" normalizeH="0" baseline="0">
                          <a:ln>
                            <a:noFill/>
                          </a:ln>
                          <a:solidFill>
                            <a:schemeClr val="tx1"/>
                          </a:solidFill>
                          <a:effectLst/>
                          <a:latin typeface="Arial" panose="020B0604020202020204" pitchFamily="34" charset="0"/>
                          <a:cs typeface="Arial" panose="020B0604020202020204" pitchFamily="34" charset="0"/>
                        </a:rPr>
                        <a:t>.mid</a:t>
                      </a:r>
                    </a:p>
                    <a:p>
                      <a:pPr marL="109538" marR="0" lvl="0" indent="0" algn="l"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000" b="0" i="0" u="none" strike="noStrike" cap="none" normalizeH="0" baseline="0">
                          <a:ln>
                            <a:noFill/>
                          </a:ln>
                          <a:solidFill>
                            <a:schemeClr val="tx1"/>
                          </a:solidFill>
                          <a:effectLst/>
                          <a:latin typeface="Arial" panose="020B0604020202020204" pitchFamily="34" charset="0"/>
                          <a:cs typeface="Arial" panose="020B0604020202020204" pitchFamily="34" charset="0"/>
                        </a:rPr>
                        <a:t>.midi</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l"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18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Main format for all electronic music devices like synthesizers and PC sound cards. MIDI files do not contain sound, but digital notes that can be played by electronics. Plays well on all computers and music hardware, but not in web browsers</a:t>
                      </a:r>
                      <a:r>
                        <a:rPr kumimoji="0" lang="en-CA" altLang="en-US" sz="23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733841571"/>
                  </a:ext>
                </a:extLst>
              </a:tr>
              <a:tr h="812800">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l"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000" b="0" i="0" u="none" strike="noStrike" cap="none" normalizeH="0" baseline="0">
                          <a:ln>
                            <a:noFill/>
                          </a:ln>
                          <a:solidFill>
                            <a:schemeClr val="tx1"/>
                          </a:solidFill>
                          <a:effectLst/>
                          <a:latin typeface="Arial" panose="020B0604020202020204" pitchFamily="34" charset="0"/>
                          <a:cs typeface="Arial" panose="020B0604020202020204" pitchFamily="34" charset="0"/>
                        </a:rPr>
                        <a:t>RealAudio</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l"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000" b="0" i="0" u="none" strike="noStrike" cap="none" normalizeH="0" baseline="0">
                          <a:ln>
                            <a:noFill/>
                          </a:ln>
                          <a:solidFill>
                            <a:schemeClr val="tx1"/>
                          </a:solidFill>
                          <a:effectLst/>
                          <a:latin typeface="Arial" panose="020B0604020202020204" pitchFamily="34" charset="0"/>
                          <a:cs typeface="Arial" panose="020B0604020202020204" pitchFamily="34" charset="0"/>
                        </a:rPr>
                        <a:t>.ram</a:t>
                      </a:r>
                    </a:p>
                    <a:p>
                      <a:pPr marL="109538" marR="0" lvl="0" indent="0" algn="l"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000" b="0" i="0" u="none" strike="noStrike" cap="none" normalizeH="0" baseline="0">
                          <a:ln>
                            <a:noFill/>
                          </a:ln>
                          <a:solidFill>
                            <a:schemeClr val="tx1"/>
                          </a:solidFill>
                          <a:effectLst/>
                          <a:latin typeface="Arial" panose="020B0604020202020204" pitchFamily="34" charset="0"/>
                          <a:cs typeface="Arial" panose="020B0604020202020204" pitchFamily="34" charset="0"/>
                        </a:rPr>
                        <a:t>.rm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l"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18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Developed by Real Media to allow streaming of audio with low bandwidths. Does not play in web browsers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68549097"/>
                  </a:ext>
                </a:extLst>
              </a:tr>
              <a:tr h="812800">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l"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000" b="0" i="0" u="none" strike="noStrike" cap="none" normalizeH="0" baseline="0">
                          <a:ln>
                            <a:noFill/>
                          </a:ln>
                          <a:solidFill>
                            <a:schemeClr val="tx1"/>
                          </a:solidFill>
                          <a:effectLst/>
                          <a:latin typeface="Arial" panose="020B0604020202020204" pitchFamily="34" charset="0"/>
                          <a:cs typeface="Arial" panose="020B0604020202020204" pitchFamily="34" charset="0"/>
                        </a:rPr>
                        <a:t>WMA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l"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000" b="0" i="0" u="none" strike="noStrike" cap="none" normalizeH="0" baseline="0">
                          <a:ln>
                            <a:noFill/>
                          </a:ln>
                          <a:solidFill>
                            <a:schemeClr val="tx1"/>
                          </a:solidFill>
                          <a:effectLst/>
                          <a:latin typeface="Arial" panose="020B0604020202020204" pitchFamily="34" charset="0"/>
                          <a:cs typeface="Arial" panose="020B0604020202020204" pitchFamily="34" charset="0"/>
                        </a:rPr>
                        <a:t>.wma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l"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18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Developed by Microsoft. Commonly used in music players. Plays well on Windows computers, but not in web browsers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932131918"/>
                  </a:ext>
                </a:extLst>
              </a:tr>
              <a:tr h="812800">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l"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000" b="0" i="0" u="none" strike="noStrike" cap="none" normalizeH="0" baseline="0">
                          <a:ln>
                            <a:noFill/>
                          </a:ln>
                          <a:solidFill>
                            <a:schemeClr val="tx1"/>
                          </a:solidFill>
                          <a:effectLst/>
                          <a:latin typeface="Arial" panose="020B0604020202020204" pitchFamily="34" charset="0"/>
                          <a:cs typeface="Arial" panose="020B0604020202020204" pitchFamily="34" charset="0"/>
                        </a:rPr>
                        <a:t>AAC</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l"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000" b="0" i="0" u="none" strike="noStrike" cap="none" normalizeH="0" baseline="0">
                          <a:ln>
                            <a:noFill/>
                          </a:ln>
                          <a:solidFill>
                            <a:schemeClr val="tx1"/>
                          </a:solidFill>
                          <a:effectLst/>
                          <a:latin typeface="Arial" panose="020B0604020202020204" pitchFamily="34" charset="0"/>
                          <a:cs typeface="Arial" panose="020B0604020202020204" pitchFamily="34" charset="0"/>
                        </a:rPr>
                        <a:t>.aac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l"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18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Developed by Apple as the default format for iTunes. Plays well on Apple computers, but not in web browsers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97035511"/>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2"/>
          <p:cNvSpPr>
            <a:spLocks noGrp="1"/>
          </p:cNvSpPr>
          <p:nvPr>
            <p:ph type="ftr" sz="quarter" idx="11"/>
          </p:nvPr>
        </p:nvSpPr>
        <p:spPr/>
        <p:txBody>
          <a:bodyPr/>
          <a:lstStyle/>
          <a:p>
            <a:r>
              <a:rPr lang="en-US" altLang="en-US"/>
              <a:t>K. Lorenc - Last updated 2016/08/01</a:t>
            </a:r>
          </a:p>
        </p:txBody>
      </p:sp>
      <p:sp>
        <p:nvSpPr>
          <p:cNvPr id="31746" name="Content Placeholder 1"/>
          <p:cNvSpPr>
            <a:spLocks noGrp="1" noChangeArrowheads="1"/>
          </p:cNvSpPr>
          <p:nvPr>
            <p:ph idx="4294967295"/>
          </p:nvPr>
        </p:nvSpPr>
        <p:spPr>
          <a:xfrm>
            <a:off x="457200" y="1066800"/>
            <a:ext cx="8229600" cy="4940300"/>
          </a:xfrm>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a:lstStyle/>
          <a:p>
            <a:endParaRPr lang="en-US" altLang="en-US" sz="1800">
              <a:latin typeface="Arial" panose="020B0604020202020204" pitchFamily="34" charset="0"/>
            </a:endParaRPr>
          </a:p>
          <a:p>
            <a:r>
              <a:rPr lang="en-CA" altLang="en-US"/>
              <a:t>Only MP4, WebM, and Ogg video are supported by the HTML5 standard</a:t>
            </a:r>
          </a:p>
          <a:p>
            <a:r>
              <a:rPr lang="en-CA" altLang="en-US"/>
              <a:t>Only MP3, WAV, and Ogg audio are supported by the HTML5 standard</a:t>
            </a:r>
            <a:endParaRPr lang="en-US" altLang="en-US" sz="1800">
              <a:latin typeface="Arial" panose="020B0604020202020204" pitchFamily="34" charset="0"/>
            </a:endParaRPr>
          </a:p>
          <a:p>
            <a:endParaRPr lang="en-US" altLang="en-US" sz="1800">
              <a:latin typeface="Arial" panose="020B0604020202020204" pitchFamily="34" charset="0"/>
            </a:endParaRPr>
          </a:p>
          <a:p>
            <a:endParaRPr lang="en-US" altLang="en-US" sz="1800">
              <a:latin typeface="Arial" panose="020B0604020202020204" pitchFamily="34" charset="0"/>
            </a:endParaRPr>
          </a:p>
        </p:txBody>
      </p:sp>
      <p:sp>
        <p:nvSpPr>
          <p:cNvPr id="31747" name="Title 2"/>
          <p:cNvSpPr>
            <a:spLocks noGrp="1" noChangeArrowheads="1"/>
          </p:cNvSpPr>
          <p:nvPr>
            <p:ph type="title" idx="4294967295"/>
          </p:nvPr>
        </p:nvSpPr>
        <p:spPr>
          <a:xfrm>
            <a:off x="457200" y="274638"/>
            <a:ext cx="8229600" cy="792162"/>
          </a:xfrm>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a:lstStyle/>
          <a:p>
            <a:pPr eaLnBrk="1" hangingPunct="1"/>
            <a:r>
              <a:rPr lang="en-US" altLang="en-US" sz="3200">
                <a:solidFill>
                  <a:schemeClr val="tx1"/>
                </a:solidFill>
                <a:latin typeface="Arial" panose="020B0604020202020204" pitchFamily="34" charset="0"/>
              </a:rPr>
              <a:t>HTML Media</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2"/>
          <p:cNvSpPr>
            <a:spLocks noGrp="1"/>
          </p:cNvSpPr>
          <p:nvPr>
            <p:ph type="ftr" sz="quarter" idx="11"/>
          </p:nvPr>
        </p:nvSpPr>
        <p:spPr/>
        <p:txBody>
          <a:bodyPr/>
          <a:lstStyle/>
          <a:p>
            <a:r>
              <a:rPr lang="en-US" altLang="en-US"/>
              <a:t>K. Lorenc - Last updated 2016/08/01</a:t>
            </a:r>
          </a:p>
        </p:txBody>
      </p:sp>
      <p:sp>
        <p:nvSpPr>
          <p:cNvPr id="33794" name="Content Placeholder 1"/>
          <p:cNvSpPr>
            <a:spLocks noGrp="1" noChangeArrowheads="1"/>
          </p:cNvSpPr>
          <p:nvPr>
            <p:ph idx="4294967295"/>
          </p:nvPr>
        </p:nvSpPr>
        <p:spPr>
          <a:xfrm>
            <a:off x="457200" y="1066800"/>
            <a:ext cx="8229600" cy="4940300"/>
          </a:xfrm>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a:lstStyle/>
          <a:p>
            <a:endParaRPr lang="en-US" altLang="en-US" sz="1800">
              <a:latin typeface="Arial" panose="020B0604020202020204" pitchFamily="34" charset="0"/>
            </a:endParaRPr>
          </a:p>
          <a:p>
            <a:r>
              <a:rPr lang="en-CA" altLang="en-US"/>
              <a:t>Before HTML5, an audio or video file could only be played in a browser with a plug-in (like flash) </a:t>
            </a:r>
          </a:p>
          <a:p>
            <a:r>
              <a:rPr lang="en-CA" altLang="en-US"/>
              <a:t>The HTML5 &lt;video&gt; element specifies a standard way to embed a video in a web page</a:t>
            </a:r>
          </a:p>
          <a:p>
            <a:r>
              <a:rPr lang="en-CA" altLang="en-US"/>
              <a:t>The HTML5 &lt;audio&gt; element specifies a standard way to embed audio in a web page </a:t>
            </a:r>
            <a:endParaRPr lang="en-US" altLang="en-US" sz="1800">
              <a:latin typeface="Arial" panose="020B0604020202020204" pitchFamily="34" charset="0"/>
            </a:endParaRPr>
          </a:p>
          <a:p>
            <a:endParaRPr lang="en-US" altLang="en-US" sz="1800">
              <a:latin typeface="Arial" panose="020B0604020202020204" pitchFamily="34" charset="0"/>
            </a:endParaRPr>
          </a:p>
        </p:txBody>
      </p:sp>
      <p:sp>
        <p:nvSpPr>
          <p:cNvPr id="33795" name="Title 2"/>
          <p:cNvSpPr>
            <a:spLocks noGrp="1" noChangeArrowheads="1"/>
          </p:cNvSpPr>
          <p:nvPr>
            <p:ph type="title" idx="4294967295"/>
          </p:nvPr>
        </p:nvSpPr>
        <p:spPr>
          <a:xfrm>
            <a:off x="457200" y="274638"/>
            <a:ext cx="8229600" cy="792162"/>
          </a:xfrm>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a:lstStyle/>
          <a:p>
            <a:pPr eaLnBrk="1" hangingPunct="1"/>
            <a:r>
              <a:rPr lang="en-US" altLang="en-US" sz="3200">
                <a:solidFill>
                  <a:schemeClr val="tx1"/>
                </a:solidFill>
                <a:latin typeface="Arial" panose="020B0604020202020204" pitchFamily="34" charset="0"/>
              </a:rPr>
              <a:t>HTML Media (</a:t>
            </a:r>
            <a:r>
              <a:rPr lang="en-CA" altLang="en-US" sz="2400">
                <a:latin typeface="Arial" panose="020B0604020202020204" pitchFamily="34" charset="0"/>
              </a:rPr>
              <a:t>Playing Videos in HTML</a:t>
            </a:r>
            <a:r>
              <a:rPr lang="en-CA" altLang="en-US" sz="3200">
                <a:latin typeface="Arial" panose="020B0604020202020204" pitchFamily="34" charset="0"/>
              </a:rPr>
              <a:t>)</a:t>
            </a:r>
            <a:endParaRPr lang="en-US" altLang="en-US" sz="3200">
              <a:solidFill>
                <a:schemeClr val="tx1"/>
              </a:solidFill>
              <a:latin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Footer Placeholder 2"/>
          <p:cNvSpPr>
            <a:spLocks noGrp="1"/>
          </p:cNvSpPr>
          <p:nvPr>
            <p:ph type="ftr" sz="quarter" idx="11"/>
          </p:nvPr>
        </p:nvSpPr>
        <p:spPr/>
        <p:txBody>
          <a:bodyPr/>
          <a:lstStyle/>
          <a:p>
            <a:r>
              <a:rPr lang="en-US" altLang="en-US"/>
              <a:t>K. Lorenc - Last updated 2016/08/01</a:t>
            </a:r>
          </a:p>
        </p:txBody>
      </p:sp>
      <p:sp>
        <p:nvSpPr>
          <p:cNvPr id="35842" name="Content Placeholder 1"/>
          <p:cNvSpPr>
            <a:spLocks noGrp="1" noChangeArrowheads="1"/>
          </p:cNvSpPr>
          <p:nvPr>
            <p:ph idx="4294967295"/>
          </p:nvPr>
        </p:nvSpPr>
        <p:spPr>
          <a:xfrm>
            <a:off x="457200" y="1066800"/>
            <a:ext cx="8229600" cy="4940300"/>
          </a:xfrm>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a:lstStyle/>
          <a:p>
            <a:pPr>
              <a:buFont typeface="Wingdings 3" panose="05040102010807070707" pitchFamily="18" charset="2"/>
              <a:buNone/>
            </a:pPr>
            <a:endParaRPr lang="en-US" altLang="en-US" sz="1800"/>
          </a:p>
          <a:p>
            <a:endParaRPr lang="en-US" altLang="en-US" sz="1800"/>
          </a:p>
          <a:p>
            <a:endParaRPr lang="en-US" altLang="en-US" sz="1800"/>
          </a:p>
        </p:txBody>
      </p:sp>
      <p:sp>
        <p:nvSpPr>
          <p:cNvPr id="35843" name="Title 2"/>
          <p:cNvSpPr>
            <a:spLocks noGrp="1" noChangeArrowheads="1"/>
          </p:cNvSpPr>
          <p:nvPr>
            <p:ph type="title" idx="4294967295"/>
          </p:nvPr>
        </p:nvSpPr>
        <p:spPr>
          <a:xfrm>
            <a:off x="457200" y="274638"/>
            <a:ext cx="8229600" cy="1066800"/>
          </a:xfrm>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a:lstStyle/>
          <a:p>
            <a:pPr eaLnBrk="1" hangingPunct="1"/>
            <a:r>
              <a:rPr lang="en-US" altLang="en-US" sz="3200">
                <a:solidFill>
                  <a:schemeClr val="tx1"/>
                </a:solidFill>
                <a:latin typeface="Arial" panose="020B0604020202020204" pitchFamily="34" charset="0"/>
              </a:rPr>
              <a:t>HTML Media </a:t>
            </a:r>
            <a:br>
              <a:rPr lang="en-US" altLang="en-US" sz="3200">
                <a:solidFill>
                  <a:schemeClr val="tx1"/>
                </a:solidFill>
                <a:latin typeface="Arial" panose="020B0604020202020204" pitchFamily="34" charset="0"/>
              </a:rPr>
            </a:br>
            <a:r>
              <a:rPr lang="en-US" altLang="en-US" sz="3200">
                <a:solidFill>
                  <a:schemeClr val="tx1"/>
                </a:solidFill>
                <a:latin typeface="Arial" panose="020B0604020202020204" pitchFamily="34" charset="0"/>
              </a:rPr>
              <a:t>(</a:t>
            </a:r>
            <a:r>
              <a:rPr lang="en-US" altLang="en-US" sz="2800">
                <a:solidFill>
                  <a:schemeClr val="tx1"/>
                </a:solidFill>
                <a:latin typeface="Arial" panose="020B0604020202020204" pitchFamily="34" charset="0"/>
              </a:rPr>
              <a:t>HTML5 audio &amp; video type support</a:t>
            </a:r>
            <a:r>
              <a:rPr lang="en-US" altLang="en-US" sz="3200">
                <a:solidFill>
                  <a:schemeClr val="tx1"/>
                </a:solidFill>
                <a:latin typeface="Arial" panose="020B0604020202020204" pitchFamily="34" charset="0"/>
              </a:rPr>
              <a:t>)</a:t>
            </a:r>
          </a:p>
        </p:txBody>
      </p:sp>
      <p:graphicFrame>
        <p:nvGraphicFramePr>
          <p:cNvPr id="35880" name="Group 40"/>
          <p:cNvGraphicFramePr>
            <a:graphicFrameLocks noGrp="1"/>
          </p:cNvGraphicFramePr>
          <p:nvPr/>
        </p:nvGraphicFramePr>
        <p:xfrm>
          <a:off x="395288" y="2636838"/>
          <a:ext cx="8497887" cy="1152526"/>
        </p:xfrm>
        <a:graphic>
          <a:graphicData uri="http://schemas.openxmlformats.org/drawingml/2006/table">
            <a:tbl>
              <a:tblPr/>
              <a:tblGrid>
                <a:gridCol w="1873250">
                  <a:extLst>
                    <a:ext uri="{9D8B030D-6E8A-4147-A177-3AD203B41FA5}">
                      <a16:colId xmlns:a16="http://schemas.microsoft.com/office/drawing/2014/main" val="1078732115"/>
                    </a:ext>
                  </a:extLst>
                </a:gridCol>
                <a:gridCol w="2808287">
                  <a:extLst>
                    <a:ext uri="{9D8B030D-6E8A-4147-A177-3AD203B41FA5}">
                      <a16:colId xmlns:a16="http://schemas.microsoft.com/office/drawing/2014/main" val="638647056"/>
                    </a:ext>
                  </a:extLst>
                </a:gridCol>
                <a:gridCol w="1800225">
                  <a:extLst>
                    <a:ext uri="{9D8B030D-6E8A-4147-A177-3AD203B41FA5}">
                      <a16:colId xmlns:a16="http://schemas.microsoft.com/office/drawing/2014/main" val="1574079396"/>
                    </a:ext>
                  </a:extLst>
                </a:gridCol>
                <a:gridCol w="2016125">
                  <a:extLst>
                    <a:ext uri="{9D8B030D-6E8A-4147-A177-3AD203B41FA5}">
                      <a16:colId xmlns:a16="http://schemas.microsoft.com/office/drawing/2014/main" val="2478267842"/>
                    </a:ext>
                  </a:extLst>
                </a:gridCol>
              </a:tblGrid>
              <a:tr h="576263">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ctr"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Chrome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ctr"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Internet Explorer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ctr"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Firefox</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ctr"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Safari</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06731807"/>
                  </a:ext>
                </a:extLst>
              </a:tr>
              <a:tr h="576263">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ctr"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4.0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ctr"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9.0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ctr"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3.5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ctr"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4.0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601705349"/>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Footer Placeholder 2"/>
          <p:cNvSpPr>
            <a:spLocks noGrp="1"/>
          </p:cNvSpPr>
          <p:nvPr>
            <p:ph type="ftr" sz="quarter" idx="11"/>
          </p:nvPr>
        </p:nvSpPr>
        <p:spPr/>
        <p:txBody>
          <a:bodyPr/>
          <a:lstStyle/>
          <a:p>
            <a:r>
              <a:rPr lang="en-US" altLang="en-US"/>
              <a:t>K. Lorenc - Last updated 2016/08/01</a:t>
            </a:r>
          </a:p>
        </p:txBody>
      </p:sp>
      <p:sp>
        <p:nvSpPr>
          <p:cNvPr id="70658" name="Content Placeholder 1"/>
          <p:cNvSpPr>
            <a:spLocks noGrp="1" noChangeArrowheads="1"/>
          </p:cNvSpPr>
          <p:nvPr>
            <p:ph idx="4294967295"/>
          </p:nvPr>
        </p:nvSpPr>
        <p:spPr>
          <a:xfrm>
            <a:off x="457200" y="1066800"/>
            <a:ext cx="8229600" cy="4940300"/>
          </a:xfrm>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a:lstStyle/>
          <a:p>
            <a:pPr>
              <a:buFont typeface="Wingdings 3" panose="05040102010807070707" pitchFamily="18" charset="2"/>
              <a:buNone/>
            </a:pPr>
            <a:endParaRPr lang="en-US" altLang="en-US" sz="1800"/>
          </a:p>
          <a:p>
            <a:endParaRPr lang="en-US" altLang="en-US" sz="1800"/>
          </a:p>
          <a:p>
            <a:endParaRPr lang="en-US" altLang="en-US" sz="1800"/>
          </a:p>
        </p:txBody>
      </p:sp>
      <p:sp>
        <p:nvSpPr>
          <p:cNvPr id="70659" name="Title 2"/>
          <p:cNvSpPr>
            <a:spLocks noGrp="1" noChangeArrowheads="1"/>
          </p:cNvSpPr>
          <p:nvPr>
            <p:ph type="title" idx="4294967295"/>
          </p:nvPr>
        </p:nvSpPr>
        <p:spPr>
          <a:xfrm>
            <a:off x="457200" y="274638"/>
            <a:ext cx="8229600" cy="792162"/>
          </a:xfrm>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a:lstStyle/>
          <a:p>
            <a:pPr eaLnBrk="1" hangingPunct="1"/>
            <a:r>
              <a:rPr lang="en-US" altLang="en-US" sz="3200" dirty="0">
                <a:solidFill>
                  <a:schemeClr val="tx1"/>
                </a:solidFill>
                <a:latin typeface="Arial" panose="020B0604020202020204" pitchFamily="34" charset="0"/>
              </a:rPr>
              <a:t>HTML Media (</a:t>
            </a:r>
            <a:r>
              <a:rPr lang="en-US" altLang="en-US" sz="2800" dirty="0">
                <a:solidFill>
                  <a:schemeClr val="tx1"/>
                </a:solidFill>
                <a:latin typeface="Arial" panose="020B0604020202020204" pitchFamily="34" charset="0"/>
              </a:rPr>
              <a:t>&lt;video&gt; Browser support</a:t>
            </a:r>
            <a:r>
              <a:rPr lang="en-US" altLang="en-US" sz="3200" dirty="0">
                <a:solidFill>
                  <a:schemeClr val="tx1"/>
                </a:solidFill>
                <a:latin typeface="Arial" panose="020B0604020202020204" pitchFamily="34" charset="0"/>
              </a:rPr>
              <a:t>)</a:t>
            </a:r>
          </a:p>
        </p:txBody>
      </p:sp>
      <p:graphicFrame>
        <p:nvGraphicFramePr>
          <p:cNvPr id="70707" name="Group 51"/>
          <p:cNvGraphicFramePr>
            <a:graphicFrameLocks noGrp="1"/>
          </p:cNvGraphicFramePr>
          <p:nvPr/>
        </p:nvGraphicFramePr>
        <p:xfrm>
          <a:off x="395288" y="2636838"/>
          <a:ext cx="8497887" cy="2521269"/>
        </p:xfrm>
        <a:graphic>
          <a:graphicData uri="http://schemas.openxmlformats.org/drawingml/2006/table">
            <a:tbl>
              <a:tblPr/>
              <a:tblGrid>
                <a:gridCol w="1296987">
                  <a:extLst>
                    <a:ext uri="{9D8B030D-6E8A-4147-A177-3AD203B41FA5}">
                      <a16:colId xmlns:a16="http://schemas.microsoft.com/office/drawing/2014/main" val="737685887"/>
                    </a:ext>
                  </a:extLst>
                </a:gridCol>
                <a:gridCol w="1773238">
                  <a:extLst>
                    <a:ext uri="{9D8B030D-6E8A-4147-A177-3AD203B41FA5}">
                      <a16:colId xmlns:a16="http://schemas.microsoft.com/office/drawing/2014/main" val="1374821071"/>
                    </a:ext>
                  </a:extLst>
                </a:gridCol>
                <a:gridCol w="1970087">
                  <a:extLst>
                    <a:ext uri="{9D8B030D-6E8A-4147-A177-3AD203B41FA5}">
                      <a16:colId xmlns:a16="http://schemas.microsoft.com/office/drawing/2014/main" val="2977336551"/>
                    </a:ext>
                  </a:extLst>
                </a:gridCol>
                <a:gridCol w="1804988">
                  <a:extLst>
                    <a:ext uri="{9D8B030D-6E8A-4147-A177-3AD203B41FA5}">
                      <a16:colId xmlns:a16="http://schemas.microsoft.com/office/drawing/2014/main" val="2339050173"/>
                    </a:ext>
                  </a:extLst>
                </a:gridCol>
                <a:gridCol w="1652587">
                  <a:extLst>
                    <a:ext uri="{9D8B030D-6E8A-4147-A177-3AD203B41FA5}">
                      <a16:colId xmlns:a16="http://schemas.microsoft.com/office/drawing/2014/main" val="321533236"/>
                    </a:ext>
                  </a:extLst>
                </a:gridCol>
              </a:tblGrid>
              <a:tr h="576263">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ctr"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endParaRPr kumimoji="0" lang="en-CA" altLang="en-US" sz="23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ctr"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Chrome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ctr"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Internet Explorer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ctr"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Firefox</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ctr"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Safari</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4593579"/>
                  </a:ext>
                </a:extLst>
              </a:tr>
              <a:tr h="576263">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ctr"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MP4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ctr"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YES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ctr"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YES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ctr"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YES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ctr"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YES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265494759"/>
                  </a:ext>
                </a:extLst>
              </a:tr>
              <a:tr h="576263">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ctr"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WebM</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ctr"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YES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ctr"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NO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ctr"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YES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ctr"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NO</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972263175"/>
                  </a:ext>
                </a:extLst>
              </a:tr>
              <a:tr h="576263">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ctr"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OGG</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ctr"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YES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ctr"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NO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ctr"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YES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ctr"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NO</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530895241"/>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Footer Placeholder 2"/>
          <p:cNvSpPr>
            <a:spLocks noGrp="1"/>
          </p:cNvSpPr>
          <p:nvPr>
            <p:ph type="ftr" sz="quarter" idx="11"/>
          </p:nvPr>
        </p:nvSpPr>
        <p:spPr/>
        <p:txBody>
          <a:bodyPr/>
          <a:lstStyle/>
          <a:p>
            <a:r>
              <a:rPr lang="en-US" altLang="en-US"/>
              <a:t>K. Lorenc - Last updated 2016/08/01</a:t>
            </a:r>
          </a:p>
        </p:txBody>
      </p:sp>
      <p:sp>
        <p:nvSpPr>
          <p:cNvPr id="74754" name="Content Placeholder 1"/>
          <p:cNvSpPr>
            <a:spLocks noGrp="1" noChangeArrowheads="1"/>
          </p:cNvSpPr>
          <p:nvPr>
            <p:ph idx="4294967295"/>
          </p:nvPr>
        </p:nvSpPr>
        <p:spPr>
          <a:xfrm>
            <a:off x="457200" y="1066800"/>
            <a:ext cx="8229600" cy="4940300"/>
          </a:xfrm>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a:lstStyle/>
          <a:p>
            <a:pPr>
              <a:buFont typeface="Wingdings 3" panose="05040102010807070707" pitchFamily="18" charset="2"/>
              <a:buNone/>
            </a:pPr>
            <a:endParaRPr lang="en-US" altLang="en-US" sz="1800"/>
          </a:p>
          <a:p>
            <a:endParaRPr lang="en-US" altLang="en-US" sz="1800"/>
          </a:p>
          <a:p>
            <a:endParaRPr lang="en-US" altLang="en-US" sz="1800"/>
          </a:p>
        </p:txBody>
      </p:sp>
      <p:sp>
        <p:nvSpPr>
          <p:cNvPr id="74755" name="Title 2"/>
          <p:cNvSpPr>
            <a:spLocks noGrp="1" noChangeArrowheads="1"/>
          </p:cNvSpPr>
          <p:nvPr>
            <p:ph type="title" idx="4294967295"/>
          </p:nvPr>
        </p:nvSpPr>
        <p:spPr>
          <a:xfrm>
            <a:off x="457200" y="274638"/>
            <a:ext cx="8229600" cy="792162"/>
          </a:xfrm>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a:lstStyle/>
          <a:p>
            <a:pPr eaLnBrk="1" hangingPunct="1"/>
            <a:r>
              <a:rPr lang="en-US" altLang="en-US" sz="3200">
                <a:solidFill>
                  <a:schemeClr val="tx1"/>
                </a:solidFill>
                <a:latin typeface="Arial" panose="020B0604020202020204" pitchFamily="34" charset="0"/>
              </a:rPr>
              <a:t>HTML Media (</a:t>
            </a:r>
            <a:r>
              <a:rPr lang="en-US" altLang="en-US" sz="2800">
                <a:solidFill>
                  <a:schemeClr val="tx1"/>
                </a:solidFill>
                <a:latin typeface="Arial" panose="020B0604020202020204" pitchFamily="34" charset="0"/>
              </a:rPr>
              <a:t>&lt;audio&gt; Browser support</a:t>
            </a:r>
            <a:r>
              <a:rPr lang="en-US" altLang="en-US" sz="3200">
                <a:solidFill>
                  <a:schemeClr val="tx1"/>
                </a:solidFill>
                <a:latin typeface="Arial" panose="020B0604020202020204" pitchFamily="34" charset="0"/>
              </a:rPr>
              <a:t>)</a:t>
            </a:r>
          </a:p>
        </p:txBody>
      </p:sp>
      <p:graphicFrame>
        <p:nvGraphicFramePr>
          <p:cNvPr id="74757" name="Group 5"/>
          <p:cNvGraphicFramePr>
            <a:graphicFrameLocks noGrp="1"/>
          </p:cNvGraphicFramePr>
          <p:nvPr/>
        </p:nvGraphicFramePr>
        <p:xfrm>
          <a:off x="395288" y="2636838"/>
          <a:ext cx="8497887" cy="2521269"/>
        </p:xfrm>
        <a:graphic>
          <a:graphicData uri="http://schemas.openxmlformats.org/drawingml/2006/table">
            <a:tbl>
              <a:tblPr/>
              <a:tblGrid>
                <a:gridCol w="1296987">
                  <a:extLst>
                    <a:ext uri="{9D8B030D-6E8A-4147-A177-3AD203B41FA5}">
                      <a16:colId xmlns:a16="http://schemas.microsoft.com/office/drawing/2014/main" val="3720119080"/>
                    </a:ext>
                  </a:extLst>
                </a:gridCol>
                <a:gridCol w="1773238">
                  <a:extLst>
                    <a:ext uri="{9D8B030D-6E8A-4147-A177-3AD203B41FA5}">
                      <a16:colId xmlns:a16="http://schemas.microsoft.com/office/drawing/2014/main" val="1092795325"/>
                    </a:ext>
                  </a:extLst>
                </a:gridCol>
                <a:gridCol w="1970087">
                  <a:extLst>
                    <a:ext uri="{9D8B030D-6E8A-4147-A177-3AD203B41FA5}">
                      <a16:colId xmlns:a16="http://schemas.microsoft.com/office/drawing/2014/main" val="2793747737"/>
                    </a:ext>
                  </a:extLst>
                </a:gridCol>
                <a:gridCol w="1804988">
                  <a:extLst>
                    <a:ext uri="{9D8B030D-6E8A-4147-A177-3AD203B41FA5}">
                      <a16:colId xmlns:a16="http://schemas.microsoft.com/office/drawing/2014/main" val="977117240"/>
                    </a:ext>
                  </a:extLst>
                </a:gridCol>
                <a:gridCol w="1652587">
                  <a:extLst>
                    <a:ext uri="{9D8B030D-6E8A-4147-A177-3AD203B41FA5}">
                      <a16:colId xmlns:a16="http://schemas.microsoft.com/office/drawing/2014/main" val="1239595965"/>
                    </a:ext>
                  </a:extLst>
                </a:gridCol>
              </a:tblGrid>
              <a:tr h="576263">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ctr"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endParaRPr kumimoji="0" lang="en-CA" altLang="en-US" sz="23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ctr"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Chrome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ctr"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Internet Explorer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ctr"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Firefox</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ctr"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Safari</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63474823"/>
                  </a:ext>
                </a:extLst>
              </a:tr>
              <a:tr h="576263">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ctr"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MP3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ctr"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YES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ctr"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YES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ctr"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YES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ctr"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YES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68328208"/>
                  </a:ext>
                </a:extLst>
              </a:tr>
              <a:tr h="576263">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ctr"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Wav</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ctr"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YES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ctr"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NO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ctr"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YES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ctr"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YES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471590215"/>
                  </a:ext>
                </a:extLst>
              </a:tr>
              <a:tr h="576263">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ctr"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OGG</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ctr"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YES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ctr"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NO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ctr"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YES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ctr"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NO</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798930863"/>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2"/>
          <p:cNvSpPr>
            <a:spLocks noGrp="1"/>
          </p:cNvSpPr>
          <p:nvPr>
            <p:ph type="ftr" sz="quarter" idx="11"/>
          </p:nvPr>
        </p:nvSpPr>
        <p:spPr/>
        <p:txBody>
          <a:bodyPr/>
          <a:lstStyle/>
          <a:p>
            <a:r>
              <a:rPr lang="en-US" altLang="en-US"/>
              <a:t>K. Lorenc - Last updated 2016/08/01</a:t>
            </a:r>
          </a:p>
        </p:txBody>
      </p:sp>
      <p:sp>
        <p:nvSpPr>
          <p:cNvPr id="44034" name="Content Placeholder 1"/>
          <p:cNvSpPr>
            <a:spLocks noGrp="1" noChangeArrowheads="1"/>
          </p:cNvSpPr>
          <p:nvPr>
            <p:ph idx="4294967295"/>
          </p:nvPr>
        </p:nvSpPr>
        <p:spPr>
          <a:xfrm>
            <a:off x="457200" y="1066800"/>
            <a:ext cx="8229600" cy="4940300"/>
          </a:xfrm>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a:lstStyle/>
          <a:p>
            <a:pPr>
              <a:buFont typeface="Wingdings 3" panose="05040102010807070707" pitchFamily="18" charset="2"/>
              <a:buNone/>
            </a:pPr>
            <a:endParaRPr lang="en-US" altLang="en-US" sz="2400" dirty="0"/>
          </a:p>
          <a:p>
            <a:pPr>
              <a:buFont typeface="Wingdings 3" panose="05040102010807070707" pitchFamily="18" charset="2"/>
              <a:buNone/>
            </a:pPr>
            <a:r>
              <a:rPr lang="en-CA" altLang="en-US" sz="2400" dirty="0"/>
              <a:t>&lt;video width="320" height="240" controls&gt;</a:t>
            </a:r>
            <a:br>
              <a:rPr lang="en-CA" altLang="en-US" sz="2400" dirty="0"/>
            </a:br>
            <a:r>
              <a:rPr lang="en-CA" altLang="en-US" sz="2400" dirty="0"/>
              <a:t>  &lt;source </a:t>
            </a:r>
            <a:r>
              <a:rPr lang="en-CA" altLang="en-US" sz="2400" dirty="0" err="1"/>
              <a:t>src</a:t>
            </a:r>
            <a:r>
              <a:rPr lang="en-CA" altLang="en-US" sz="2400" dirty="0"/>
              <a:t>="movie.mp4" type="video/mp4"&gt;</a:t>
            </a:r>
            <a:br>
              <a:rPr lang="en-CA" altLang="en-US" sz="2400" dirty="0"/>
            </a:br>
            <a:r>
              <a:rPr lang="en-CA" altLang="en-US" sz="2400" dirty="0"/>
              <a:t>  &lt;source </a:t>
            </a:r>
            <a:r>
              <a:rPr lang="en-CA" altLang="en-US" sz="2400" dirty="0" err="1"/>
              <a:t>src</a:t>
            </a:r>
            <a:r>
              <a:rPr lang="en-CA" altLang="en-US" sz="2400" dirty="0"/>
              <a:t>="movie.ogg" type="video/</a:t>
            </a:r>
            <a:r>
              <a:rPr lang="en-CA" altLang="en-US" sz="2400" dirty="0" err="1"/>
              <a:t>ogg</a:t>
            </a:r>
            <a:r>
              <a:rPr lang="en-CA" altLang="en-US" sz="2400" dirty="0"/>
              <a:t>"&gt;</a:t>
            </a:r>
            <a:br>
              <a:rPr lang="en-CA" altLang="en-US" sz="2400" dirty="0"/>
            </a:br>
            <a:r>
              <a:rPr lang="en-CA" altLang="en-US" sz="2400" dirty="0"/>
              <a:t>Your browser does not support the video tag.</a:t>
            </a:r>
            <a:br>
              <a:rPr lang="en-CA" altLang="en-US" sz="2400" dirty="0"/>
            </a:br>
            <a:r>
              <a:rPr lang="en-CA" altLang="en-US" sz="2400" dirty="0"/>
              <a:t>&lt;/video&gt; </a:t>
            </a:r>
            <a:endParaRPr lang="en-US" altLang="en-US" sz="2400" dirty="0"/>
          </a:p>
        </p:txBody>
      </p:sp>
      <p:sp>
        <p:nvSpPr>
          <p:cNvPr id="44035" name="Title 2"/>
          <p:cNvSpPr>
            <a:spLocks noGrp="1" noChangeArrowheads="1"/>
          </p:cNvSpPr>
          <p:nvPr>
            <p:ph type="title" idx="4294967295"/>
          </p:nvPr>
        </p:nvSpPr>
        <p:spPr>
          <a:xfrm>
            <a:off x="457200" y="274638"/>
            <a:ext cx="8229600" cy="792162"/>
          </a:xfrm>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a:lstStyle/>
          <a:p>
            <a:pPr eaLnBrk="1" hangingPunct="1"/>
            <a:r>
              <a:rPr lang="en-US" altLang="en-US" sz="3200">
                <a:solidFill>
                  <a:schemeClr val="tx1"/>
                </a:solidFill>
                <a:latin typeface="Arial" panose="020B0604020202020204" pitchFamily="34" charset="0"/>
              </a:rPr>
              <a:t>HTML Media (Video Example)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2"/>
          <p:cNvSpPr>
            <a:spLocks noGrp="1"/>
          </p:cNvSpPr>
          <p:nvPr>
            <p:ph type="ftr" sz="quarter" idx="11"/>
          </p:nvPr>
        </p:nvSpPr>
        <p:spPr/>
        <p:txBody>
          <a:bodyPr/>
          <a:lstStyle/>
          <a:p>
            <a:r>
              <a:rPr lang="en-US" altLang="en-US"/>
              <a:t>K. Lorenc - Last updated 2016/08/01</a:t>
            </a:r>
          </a:p>
        </p:txBody>
      </p:sp>
      <p:sp>
        <p:nvSpPr>
          <p:cNvPr id="76802" name="Content Placeholder 1"/>
          <p:cNvSpPr>
            <a:spLocks noGrp="1" noChangeArrowheads="1"/>
          </p:cNvSpPr>
          <p:nvPr>
            <p:ph idx="4294967295"/>
          </p:nvPr>
        </p:nvSpPr>
        <p:spPr>
          <a:xfrm>
            <a:off x="457200" y="1066800"/>
            <a:ext cx="8229600" cy="4940300"/>
          </a:xfrm>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a:lstStyle/>
          <a:p>
            <a:pPr>
              <a:buFont typeface="Wingdings 3" panose="05040102010807070707" pitchFamily="18" charset="2"/>
              <a:buNone/>
            </a:pPr>
            <a:endParaRPr lang="en-US" altLang="en-US" sz="2400" dirty="0"/>
          </a:p>
          <a:p>
            <a:pPr>
              <a:buFont typeface="Wingdings 3" panose="05040102010807070707" pitchFamily="18" charset="2"/>
              <a:buNone/>
            </a:pPr>
            <a:r>
              <a:rPr lang="en-CA" altLang="en-US" sz="2400" dirty="0"/>
              <a:t>&lt;audio controls&gt;</a:t>
            </a:r>
            <a:br>
              <a:rPr lang="en-CA" altLang="en-US" sz="2400" dirty="0"/>
            </a:br>
            <a:r>
              <a:rPr lang="en-CA" altLang="en-US" sz="2400" dirty="0"/>
              <a:t>  &lt;source </a:t>
            </a:r>
            <a:r>
              <a:rPr lang="en-CA" altLang="en-US" sz="2400" dirty="0" err="1"/>
              <a:t>src</a:t>
            </a:r>
            <a:r>
              <a:rPr lang="en-CA" altLang="en-US" sz="2400" dirty="0"/>
              <a:t>="horse.ogg" type="audio/</a:t>
            </a:r>
            <a:r>
              <a:rPr lang="en-CA" altLang="en-US" sz="2400" dirty="0" err="1"/>
              <a:t>ogg</a:t>
            </a:r>
            <a:r>
              <a:rPr lang="en-CA" altLang="en-US" sz="2400" dirty="0"/>
              <a:t>"&gt;</a:t>
            </a:r>
            <a:br>
              <a:rPr lang="en-CA" altLang="en-US" sz="2400" dirty="0"/>
            </a:br>
            <a:r>
              <a:rPr lang="en-CA" altLang="en-US" sz="2400" dirty="0"/>
              <a:t>  &lt;source </a:t>
            </a:r>
            <a:r>
              <a:rPr lang="en-CA" altLang="en-US" sz="2400" dirty="0" err="1"/>
              <a:t>src</a:t>
            </a:r>
            <a:r>
              <a:rPr lang="en-CA" altLang="en-US" sz="2400" dirty="0"/>
              <a:t>="horse.mp3" type="audio/mpeg"&gt;</a:t>
            </a:r>
            <a:br>
              <a:rPr lang="en-CA" altLang="en-US" sz="2400" dirty="0"/>
            </a:br>
            <a:r>
              <a:rPr lang="en-CA" altLang="en-US" sz="2400" dirty="0"/>
              <a:t>Your browser does not support the audio element.</a:t>
            </a:r>
            <a:br>
              <a:rPr lang="en-CA" altLang="en-US" sz="2400" dirty="0"/>
            </a:br>
            <a:r>
              <a:rPr lang="en-CA" altLang="en-US" sz="2400" dirty="0"/>
              <a:t>&lt;/audio&gt; </a:t>
            </a:r>
            <a:endParaRPr lang="en-US" altLang="en-US" sz="2400" dirty="0"/>
          </a:p>
        </p:txBody>
      </p:sp>
      <p:sp>
        <p:nvSpPr>
          <p:cNvPr id="76803" name="Title 2"/>
          <p:cNvSpPr>
            <a:spLocks noGrp="1" noChangeArrowheads="1"/>
          </p:cNvSpPr>
          <p:nvPr>
            <p:ph type="title" idx="4294967295"/>
          </p:nvPr>
        </p:nvSpPr>
        <p:spPr>
          <a:xfrm>
            <a:off x="457200" y="274638"/>
            <a:ext cx="8229600" cy="792162"/>
          </a:xfrm>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a:lstStyle/>
          <a:p>
            <a:pPr eaLnBrk="1" hangingPunct="1"/>
            <a:r>
              <a:rPr lang="en-US" altLang="en-US" sz="3200">
                <a:solidFill>
                  <a:schemeClr val="tx1"/>
                </a:solidFill>
                <a:latin typeface="Arial" panose="020B0604020202020204" pitchFamily="34" charset="0"/>
              </a:rPr>
              <a:t>HTML Media (Audio Example)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2"/>
          <p:cNvSpPr>
            <a:spLocks noGrp="1"/>
          </p:cNvSpPr>
          <p:nvPr>
            <p:ph type="ftr" sz="quarter" idx="11"/>
          </p:nvPr>
        </p:nvSpPr>
        <p:spPr/>
        <p:txBody>
          <a:bodyPr/>
          <a:lstStyle/>
          <a:p>
            <a:r>
              <a:rPr lang="en-US" altLang="en-US"/>
              <a:t>K. Lorenc - Last updated 2016/08/01</a:t>
            </a:r>
          </a:p>
        </p:txBody>
      </p:sp>
      <p:sp>
        <p:nvSpPr>
          <p:cNvPr id="46082" name="Content Placeholder 1"/>
          <p:cNvSpPr>
            <a:spLocks noGrp="1" noChangeArrowheads="1"/>
          </p:cNvSpPr>
          <p:nvPr>
            <p:ph idx="4294967295"/>
          </p:nvPr>
        </p:nvSpPr>
        <p:spPr>
          <a:xfrm>
            <a:off x="457200" y="1066800"/>
            <a:ext cx="8229600" cy="4940300"/>
          </a:xfrm>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a:lstStyle/>
          <a:p>
            <a:r>
              <a:rPr lang="en-CA" altLang="en-US" sz="2200"/>
              <a:t>The </a:t>
            </a:r>
            <a:r>
              <a:rPr lang="en-CA" altLang="en-US" sz="2200" b="1"/>
              <a:t>controls</a:t>
            </a:r>
            <a:r>
              <a:rPr lang="en-CA" altLang="en-US" sz="2200"/>
              <a:t> attribute adds controls, like play, pause, and volume</a:t>
            </a:r>
          </a:p>
          <a:p>
            <a:r>
              <a:rPr lang="en-CA" altLang="en-US" sz="2200"/>
              <a:t>It is a good idea to always include </a:t>
            </a:r>
            <a:r>
              <a:rPr lang="en-CA" altLang="en-US" sz="2200" b="1"/>
              <a:t>width </a:t>
            </a:r>
            <a:r>
              <a:rPr lang="en-CA" altLang="en-US" sz="2200"/>
              <a:t>and </a:t>
            </a:r>
            <a:r>
              <a:rPr lang="en-CA" altLang="en-US" sz="2200" b="1"/>
              <a:t>height </a:t>
            </a:r>
            <a:r>
              <a:rPr lang="en-CA" altLang="en-US" sz="2200"/>
              <a:t>attributes. If height and width are not set, the page might flicker while the video loads</a:t>
            </a:r>
          </a:p>
          <a:p>
            <a:r>
              <a:rPr lang="en-CA" altLang="en-US" sz="2200"/>
              <a:t>The </a:t>
            </a:r>
            <a:r>
              <a:rPr lang="en-CA" altLang="en-US" sz="2200" b="1"/>
              <a:t>&lt;source&gt;</a:t>
            </a:r>
            <a:r>
              <a:rPr lang="en-CA" altLang="en-US" sz="2200"/>
              <a:t> element allows you to specify alternative audio/video files which the browser may choose from. The browser will use the first recognized format</a:t>
            </a:r>
          </a:p>
          <a:p>
            <a:r>
              <a:rPr lang="en-CA" altLang="en-US" sz="2200"/>
              <a:t>The text between the &lt;video&gt;/&lt;audio&gt; and &lt;/video&gt;/&lt;audio&gt; tags will only be displayed in browsers that do not support the &lt;video&gt;/&lt;audio&gt; element</a:t>
            </a:r>
          </a:p>
          <a:p>
            <a:r>
              <a:rPr lang="en-CA" altLang="en-US" sz="2200"/>
              <a:t>To start a video automatically use the </a:t>
            </a:r>
            <a:r>
              <a:rPr lang="en-CA" altLang="en-US" sz="2200" b="1"/>
              <a:t>autoplay </a:t>
            </a:r>
            <a:r>
              <a:rPr lang="en-CA" altLang="en-US" sz="2200"/>
              <a:t>attribute </a:t>
            </a:r>
          </a:p>
          <a:p>
            <a:pPr lvl="1"/>
            <a:r>
              <a:rPr lang="en-CA" altLang="en-US" sz="2000"/>
              <a:t>The </a:t>
            </a:r>
            <a:r>
              <a:rPr lang="en-CA" altLang="en-US" sz="2000" b="1"/>
              <a:t>autoplay</a:t>
            </a:r>
            <a:r>
              <a:rPr lang="en-CA" altLang="en-US" sz="2000"/>
              <a:t> attribute does not work in mobile devices like iPad and iPhone </a:t>
            </a:r>
            <a:endParaRPr lang="en-US" altLang="en-US" sz="2000"/>
          </a:p>
        </p:txBody>
      </p:sp>
      <p:sp>
        <p:nvSpPr>
          <p:cNvPr id="46083" name="Title 2"/>
          <p:cNvSpPr>
            <a:spLocks noGrp="1" noChangeArrowheads="1"/>
          </p:cNvSpPr>
          <p:nvPr>
            <p:ph type="title" idx="4294967295"/>
          </p:nvPr>
        </p:nvSpPr>
        <p:spPr>
          <a:xfrm>
            <a:off x="457200" y="274638"/>
            <a:ext cx="8229600" cy="792162"/>
          </a:xfrm>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a:lstStyle/>
          <a:p>
            <a:pPr eaLnBrk="1" hangingPunct="1"/>
            <a:r>
              <a:rPr lang="en-US" altLang="en-US" sz="3200">
                <a:solidFill>
                  <a:schemeClr val="tx1"/>
                </a:solidFill>
                <a:latin typeface="Arial" panose="020B0604020202020204" pitchFamily="34" charset="0"/>
              </a:rPr>
              <a:t>HTML Media (Example explained)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Footer Placeholder 2"/>
          <p:cNvSpPr>
            <a:spLocks noGrp="1"/>
          </p:cNvSpPr>
          <p:nvPr>
            <p:ph type="ftr" sz="quarter" idx="11"/>
          </p:nvPr>
        </p:nvSpPr>
        <p:spPr/>
        <p:txBody>
          <a:bodyPr/>
          <a:lstStyle/>
          <a:p>
            <a:r>
              <a:rPr lang="en-US" altLang="en-US"/>
              <a:t>K. Lorenc - Last updated 2016/08/01</a:t>
            </a:r>
          </a:p>
        </p:txBody>
      </p:sp>
      <p:sp>
        <p:nvSpPr>
          <p:cNvPr id="72706" name="Content Placeholder 1"/>
          <p:cNvSpPr>
            <a:spLocks noGrp="1" noChangeArrowheads="1"/>
          </p:cNvSpPr>
          <p:nvPr>
            <p:ph idx="4294967295"/>
          </p:nvPr>
        </p:nvSpPr>
        <p:spPr>
          <a:xfrm>
            <a:off x="457200" y="1066800"/>
            <a:ext cx="8229600" cy="4940300"/>
          </a:xfrm>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a:lstStyle/>
          <a:p>
            <a:pPr>
              <a:buFont typeface="Wingdings 3" panose="05040102010807070707" pitchFamily="18" charset="2"/>
              <a:buNone/>
            </a:pPr>
            <a:endParaRPr lang="en-US" altLang="en-US" sz="1800"/>
          </a:p>
          <a:p>
            <a:endParaRPr lang="en-US" altLang="en-US" sz="1800"/>
          </a:p>
          <a:p>
            <a:endParaRPr lang="en-US" altLang="en-US" sz="1800"/>
          </a:p>
        </p:txBody>
      </p:sp>
      <p:sp>
        <p:nvSpPr>
          <p:cNvPr id="72707" name="Title 2"/>
          <p:cNvSpPr>
            <a:spLocks noGrp="1" noChangeArrowheads="1"/>
          </p:cNvSpPr>
          <p:nvPr>
            <p:ph type="title" idx="4294967295"/>
          </p:nvPr>
        </p:nvSpPr>
        <p:spPr>
          <a:xfrm>
            <a:off x="457200" y="274638"/>
            <a:ext cx="8229600" cy="792162"/>
          </a:xfrm>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a:lstStyle/>
          <a:p>
            <a:pPr eaLnBrk="1" hangingPunct="1"/>
            <a:r>
              <a:rPr lang="en-US" altLang="en-US" sz="3200">
                <a:solidFill>
                  <a:schemeClr val="tx1"/>
                </a:solidFill>
                <a:latin typeface="Arial" panose="020B0604020202020204" pitchFamily="34" charset="0"/>
              </a:rPr>
              <a:t>HTML Media (</a:t>
            </a:r>
            <a:r>
              <a:rPr lang="en-US" altLang="en-US" sz="2800">
                <a:solidFill>
                  <a:schemeClr val="tx1"/>
                </a:solidFill>
                <a:latin typeface="Arial" panose="020B0604020202020204" pitchFamily="34" charset="0"/>
              </a:rPr>
              <a:t>video media types</a:t>
            </a:r>
            <a:r>
              <a:rPr lang="en-US" altLang="en-US" sz="3200">
                <a:solidFill>
                  <a:schemeClr val="tx1"/>
                </a:solidFill>
                <a:latin typeface="Arial" panose="020B0604020202020204" pitchFamily="34" charset="0"/>
              </a:rPr>
              <a:t>)</a:t>
            </a:r>
          </a:p>
        </p:txBody>
      </p:sp>
      <p:graphicFrame>
        <p:nvGraphicFramePr>
          <p:cNvPr id="72742" name="Group 38"/>
          <p:cNvGraphicFramePr>
            <a:graphicFrameLocks noGrp="1"/>
          </p:cNvGraphicFramePr>
          <p:nvPr/>
        </p:nvGraphicFramePr>
        <p:xfrm>
          <a:off x="395288" y="2636838"/>
          <a:ext cx="8424862" cy="2305052"/>
        </p:xfrm>
        <a:graphic>
          <a:graphicData uri="http://schemas.openxmlformats.org/drawingml/2006/table">
            <a:tbl>
              <a:tblPr/>
              <a:tblGrid>
                <a:gridCol w="3559175">
                  <a:extLst>
                    <a:ext uri="{9D8B030D-6E8A-4147-A177-3AD203B41FA5}">
                      <a16:colId xmlns:a16="http://schemas.microsoft.com/office/drawing/2014/main" val="2901635162"/>
                    </a:ext>
                  </a:extLst>
                </a:gridCol>
                <a:gridCol w="4865687">
                  <a:extLst>
                    <a:ext uri="{9D8B030D-6E8A-4147-A177-3AD203B41FA5}">
                      <a16:colId xmlns:a16="http://schemas.microsoft.com/office/drawing/2014/main" val="526957014"/>
                    </a:ext>
                  </a:extLst>
                </a:gridCol>
              </a:tblGrid>
              <a:tr h="576263">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ctr"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1"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File Format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ctr"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1"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Media Type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101611236"/>
                  </a:ext>
                </a:extLst>
              </a:tr>
              <a:tr h="576263">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ctr"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MP4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ctr"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video/mp4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853575593"/>
                  </a:ext>
                </a:extLst>
              </a:tr>
              <a:tr h="576263">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ctr"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WebM</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ctr"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video/webm</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976632661"/>
                  </a:ext>
                </a:extLst>
              </a:tr>
              <a:tr h="576263">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ctr"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OGG</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ctr"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video/ogg</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57002554"/>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Footer Placeholder 2"/>
          <p:cNvSpPr>
            <a:spLocks noGrp="1"/>
          </p:cNvSpPr>
          <p:nvPr>
            <p:ph type="ftr" sz="quarter" idx="11"/>
          </p:nvPr>
        </p:nvSpPr>
        <p:spPr/>
        <p:txBody>
          <a:bodyPr/>
          <a:lstStyle/>
          <a:p>
            <a:r>
              <a:rPr lang="en-US" altLang="en-US"/>
              <a:t>K. Lorenc - Last updated 2016/08/01</a:t>
            </a:r>
          </a:p>
        </p:txBody>
      </p:sp>
      <p:sp>
        <p:nvSpPr>
          <p:cNvPr id="78850" name="Content Placeholder 1"/>
          <p:cNvSpPr>
            <a:spLocks noGrp="1" noChangeArrowheads="1"/>
          </p:cNvSpPr>
          <p:nvPr>
            <p:ph idx="4294967295"/>
          </p:nvPr>
        </p:nvSpPr>
        <p:spPr>
          <a:xfrm>
            <a:off x="457200" y="1066800"/>
            <a:ext cx="8229600" cy="4940300"/>
          </a:xfrm>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a:lstStyle/>
          <a:p>
            <a:pPr>
              <a:buFont typeface="Wingdings 3" panose="05040102010807070707" pitchFamily="18" charset="2"/>
              <a:buNone/>
            </a:pPr>
            <a:endParaRPr lang="en-US" altLang="en-US" sz="1800"/>
          </a:p>
          <a:p>
            <a:endParaRPr lang="en-US" altLang="en-US" sz="1800"/>
          </a:p>
          <a:p>
            <a:endParaRPr lang="en-US" altLang="en-US" sz="1800"/>
          </a:p>
        </p:txBody>
      </p:sp>
      <p:sp>
        <p:nvSpPr>
          <p:cNvPr id="78851" name="Title 2"/>
          <p:cNvSpPr>
            <a:spLocks noGrp="1" noChangeArrowheads="1"/>
          </p:cNvSpPr>
          <p:nvPr>
            <p:ph type="title" idx="4294967295"/>
          </p:nvPr>
        </p:nvSpPr>
        <p:spPr>
          <a:xfrm>
            <a:off x="457200" y="274638"/>
            <a:ext cx="8229600" cy="792162"/>
          </a:xfrm>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a:lstStyle/>
          <a:p>
            <a:pPr eaLnBrk="1" hangingPunct="1"/>
            <a:r>
              <a:rPr lang="en-US" altLang="en-US" sz="3200">
                <a:solidFill>
                  <a:schemeClr val="tx1"/>
                </a:solidFill>
                <a:latin typeface="Arial" panose="020B0604020202020204" pitchFamily="34" charset="0"/>
              </a:rPr>
              <a:t>HTML Media (</a:t>
            </a:r>
            <a:r>
              <a:rPr lang="en-US" altLang="en-US" sz="2800">
                <a:solidFill>
                  <a:schemeClr val="tx1"/>
                </a:solidFill>
                <a:latin typeface="Arial" panose="020B0604020202020204" pitchFamily="34" charset="0"/>
              </a:rPr>
              <a:t>audio media types</a:t>
            </a:r>
            <a:r>
              <a:rPr lang="en-US" altLang="en-US" sz="3200">
                <a:solidFill>
                  <a:schemeClr val="tx1"/>
                </a:solidFill>
                <a:latin typeface="Arial" panose="020B0604020202020204" pitchFamily="34" charset="0"/>
              </a:rPr>
              <a:t>)</a:t>
            </a:r>
          </a:p>
        </p:txBody>
      </p:sp>
      <p:graphicFrame>
        <p:nvGraphicFramePr>
          <p:cNvPr id="78853" name="Group 5"/>
          <p:cNvGraphicFramePr>
            <a:graphicFrameLocks noGrp="1"/>
          </p:cNvGraphicFramePr>
          <p:nvPr/>
        </p:nvGraphicFramePr>
        <p:xfrm>
          <a:off x="395288" y="2636838"/>
          <a:ext cx="8424862" cy="2305052"/>
        </p:xfrm>
        <a:graphic>
          <a:graphicData uri="http://schemas.openxmlformats.org/drawingml/2006/table">
            <a:tbl>
              <a:tblPr/>
              <a:tblGrid>
                <a:gridCol w="3559175">
                  <a:extLst>
                    <a:ext uri="{9D8B030D-6E8A-4147-A177-3AD203B41FA5}">
                      <a16:colId xmlns:a16="http://schemas.microsoft.com/office/drawing/2014/main" val="1125313301"/>
                    </a:ext>
                  </a:extLst>
                </a:gridCol>
                <a:gridCol w="4865687">
                  <a:extLst>
                    <a:ext uri="{9D8B030D-6E8A-4147-A177-3AD203B41FA5}">
                      <a16:colId xmlns:a16="http://schemas.microsoft.com/office/drawing/2014/main" val="2427021466"/>
                    </a:ext>
                  </a:extLst>
                </a:gridCol>
              </a:tblGrid>
              <a:tr h="576263">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ctr"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1"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File Format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ctr"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1"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Media Type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43762252"/>
                  </a:ext>
                </a:extLst>
              </a:tr>
              <a:tr h="576263">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ctr"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0" i="0" u="none" strike="noStrike" cap="none" normalizeH="0" baseline="0" dirty="0">
                          <a:ln>
                            <a:noFill/>
                          </a:ln>
                          <a:solidFill>
                            <a:schemeClr val="tx1"/>
                          </a:solidFill>
                          <a:effectLst/>
                          <a:latin typeface="Lucida Sans Unicode" panose="020B0602030504020204" pitchFamily="34" charset="0"/>
                          <a:cs typeface="Arial" panose="020B0604020202020204" pitchFamily="34" charset="0"/>
                        </a:rPr>
                        <a:t>MP3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ctr"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audio/mpeg</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930955987"/>
                  </a:ext>
                </a:extLst>
              </a:tr>
              <a:tr h="576263">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ctr"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Wav</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ctr"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0" i="0" u="none" strike="noStrike" cap="none" normalizeH="0" baseline="0" dirty="0">
                          <a:ln>
                            <a:noFill/>
                          </a:ln>
                          <a:solidFill>
                            <a:schemeClr val="tx1"/>
                          </a:solidFill>
                          <a:effectLst/>
                          <a:latin typeface="Lucida Sans Unicode" panose="020B0602030504020204" pitchFamily="34" charset="0"/>
                          <a:cs typeface="Arial" panose="020B0604020202020204" pitchFamily="34" charset="0"/>
                        </a:rPr>
                        <a:t>audio/wav</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67440226"/>
                  </a:ext>
                </a:extLst>
              </a:tr>
              <a:tr h="576263">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ctr"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0" i="0" u="none" strike="noStrike" cap="none" normalizeH="0" baseline="0">
                          <a:ln>
                            <a:noFill/>
                          </a:ln>
                          <a:solidFill>
                            <a:schemeClr val="tx1"/>
                          </a:solidFill>
                          <a:effectLst/>
                          <a:latin typeface="Lucida Sans Unicode" panose="020B0602030504020204" pitchFamily="34" charset="0"/>
                          <a:cs typeface="Arial" panose="020B0604020202020204" pitchFamily="34" charset="0"/>
                        </a:rPr>
                        <a:t>OGG</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marL="109538" eaLnBrk="0" hangingPunct="0">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cs typeface="Arial" panose="020B0604020202020204" pitchFamily="34" charset="0"/>
                        </a:defRPr>
                      </a:lvl1pPr>
                      <a:lvl2pPr marL="392113" eaLnBrk="0" hangingPunct="0">
                        <a:spcBef>
                          <a:spcPts val="325"/>
                        </a:spcBef>
                        <a:buClr>
                          <a:schemeClr val="accent1"/>
                        </a:buClr>
                        <a:buSzPct val="68000"/>
                        <a:buFont typeface="Verdana" panose="020B0604030504040204" pitchFamily="34" charset="0"/>
                        <a:defRPr sz="2100">
                          <a:solidFill>
                            <a:schemeClr val="tx1"/>
                          </a:solidFill>
                          <a:latin typeface="Lucida Sans Unicode" panose="020B0602030504020204" pitchFamily="34" charset="0"/>
                          <a:cs typeface="Arial" panose="020B0604020202020204" pitchFamily="34" charset="0"/>
                        </a:defRPr>
                      </a:lvl2pPr>
                      <a:lvl3pPr marL="630238" eaLnBrk="0" hangingPunct="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cs typeface="Arial" panose="020B0604020202020204" pitchFamily="34" charset="0"/>
                        </a:defRPr>
                      </a:lvl3pPr>
                      <a:lvl4pPr marL="9144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4pPr>
                      <a:lvl5pPr marL="1143000" eaLnBrk="0" hangingPunct="0">
                        <a:spcBef>
                          <a:spcPts val="350"/>
                        </a:spcBef>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5pPr>
                      <a:lvl6pPr marL="16002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6pPr>
                      <a:lvl7pPr marL="20574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7pPr>
                      <a:lvl8pPr marL="25146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8pPr>
                      <a:lvl9pPr marL="2971800" eaLnBrk="0" fontAlgn="base" hangingPunct="0">
                        <a:spcBef>
                          <a:spcPts val="350"/>
                        </a:spcBef>
                        <a:spcAft>
                          <a:spcPct val="0"/>
                        </a:spcAft>
                        <a:buClr>
                          <a:schemeClr val="accent2"/>
                        </a:buClr>
                        <a:buSzPct val="100000"/>
                        <a:buFont typeface="Wingdings 2" panose="05020102010507070707" pitchFamily="18" charset="2"/>
                        <a:defRPr sz="1700">
                          <a:solidFill>
                            <a:schemeClr val="tx1"/>
                          </a:solidFill>
                          <a:latin typeface="Lucida Sans Unicode" panose="020B0602030504020204" pitchFamily="34" charset="0"/>
                          <a:cs typeface="Arial" panose="020B0604020202020204" pitchFamily="34" charset="0"/>
                        </a:defRPr>
                      </a:lvl9pPr>
                    </a:lstStyle>
                    <a:p>
                      <a:pPr marL="109538" marR="0" lvl="0" indent="0" algn="ctr"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tabLst/>
                      </a:pPr>
                      <a:r>
                        <a:rPr kumimoji="0" lang="en-CA" altLang="en-US" sz="2300" b="0" i="0" u="none" strike="noStrike" cap="none" normalizeH="0" baseline="0" dirty="0">
                          <a:ln>
                            <a:noFill/>
                          </a:ln>
                          <a:solidFill>
                            <a:schemeClr val="tx1"/>
                          </a:solidFill>
                          <a:effectLst/>
                          <a:latin typeface="Lucida Sans Unicode" panose="020B0602030504020204" pitchFamily="34" charset="0"/>
                          <a:cs typeface="Arial" panose="020B0604020202020204" pitchFamily="34" charset="0"/>
                        </a:rPr>
                        <a:t>audio/</a:t>
                      </a:r>
                      <a:r>
                        <a:rPr kumimoji="0" lang="en-CA" altLang="en-US" sz="2300" b="0" i="0" u="none" strike="noStrike" cap="none" normalizeH="0" baseline="0" dirty="0" err="1">
                          <a:ln>
                            <a:noFill/>
                          </a:ln>
                          <a:solidFill>
                            <a:schemeClr val="tx1"/>
                          </a:solidFill>
                          <a:effectLst/>
                          <a:latin typeface="Lucida Sans Unicode" panose="020B0602030504020204" pitchFamily="34" charset="0"/>
                          <a:cs typeface="Arial" panose="020B0604020202020204" pitchFamily="34" charset="0"/>
                        </a:rPr>
                        <a:t>ogg</a:t>
                      </a:r>
                      <a:endParaRPr kumimoji="0" lang="en-CA" altLang="en-US" sz="2300" b="0" i="0" u="none" strike="noStrike" cap="none" normalizeH="0" baseline="0" dirty="0">
                        <a:ln>
                          <a:noFill/>
                        </a:ln>
                        <a:solidFill>
                          <a:schemeClr val="tx1"/>
                        </a:solidFill>
                        <a:effectLst/>
                        <a:latin typeface="Lucida Sans Unicode" panose="020B0602030504020204" pitchFamily="34" charset="0"/>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263611143"/>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2"/>
          <p:cNvSpPr>
            <a:spLocks noGrp="1"/>
          </p:cNvSpPr>
          <p:nvPr>
            <p:ph type="ftr" sz="quarter" idx="11"/>
          </p:nvPr>
        </p:nvSpPr>
        <p:spPr/>
        <p:txBody>
          <a:bodyPr/>
          <a:lstStyle/>
          <a:p>
            <a:r>
              <a:rPr lang="en-US" altLang="en-US"/>
              <a:t>K. Lorenc - Last updated 2016/08/01</a:t>
            </a:r>
          </a:p>
        </p:txBody>
      </p:sp>
      <p:sp>
        <p:nvSpPr>
          <p:cNvPr id="2077" name="Content Placeholder 1"/>
          <p:cNvSpPr>
            <a:spLocks noGrp="1" noChangeArrowheads="1"/>
          </p:cNvSpPr>
          <p:nvPr>
            <p:ph idx="4294967295"/>
          </p:nvPr>
        </p:nvSpPr>
        <p:spPr>
          <a:xfrm>
            <a:off x="457200" y="1066800"/>
            <a:ext cx="8229600" cy="4940300"/>
          </a:xfrm>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a:lstStyle/>
          <a:p>
            <a:pPr marL="107950" indent="0"/>
            <a:endParaRPr lang="en-US" altLang="en-US" sz="2000"/>
          </a:p>
          <a:p>
            <a:pPr marL="107950" indent="0"/>
            <a:r>
              <a:rPr lang="en-US" altLang="en-US" sz="2000"/>
              <a:t>W3schools.com</a:t>
            </a:r>
          </a:p>
          <a:p>
            <a:pPr marL="107950" indent="0">
              <a:buFont typeface="Wingdings 3" panose="05040102010807070707" pitchFamily="18" charset="2"/>
              <a:buNone/>
            </a:pPr>
            <a:endParaRPr lang="en-US" altLang="en-US" sz="2000"/>
          </a:p>
          <a:p>
            <a:pPr marL="107950" indent="0"/>
            <a:endParaRPr lang="en-US" altLang="en-US" sz="2000"/>
          </a:p>
          <a:p>
            <a:pPr marL="107950" indent="0">
              <a:buFont typeface="Wingdings 3" panose="05040102010807070707" pitchFamily="18" charset="2"/>
              <a:buNone/>
            </a:pPr>
            <a:endParaRPr lang="en-US" altLang="en-US" sz="2000"/>
          </a:p>
          <a:p>
            <a:pPr marL="107950" indent="0"/>
            <a:endParaRPr lang="en-US" altLang="en-US" sz="2000"/>
          </a:p>
          <a:p>
            <a:pPr marL="107950" indent="0"/>
            <a:endParaRPr lang="en-US" altLang="en-US" sz="2000"/>
          </a:p>
          <a:p>
            <a:pPr marL="107950" indent="0"/>
            <a:endParaRPr lang="en-US" altLang="en-US" sz="2000"/>
          </a:p>
          <a:p>
            <a:pPr marL="107950" indent="0">
              <a:buFont typeface="Wingdings 3" panose="05040102010807070707" pitchFamily="18" charset="2"/>
              <a:buNone/>
            </a:pPr>
            <a:endParaRPr lang="en-US" altLang="en-US" sz="2000"/>
          </a:p>
        </p:txBody>
      </p:sp>
      <p:sp>
        <p:nvSpPr>
          <p:cNvPr id="2078" name="Title 2"/>
          <p:cNvSpPr>
            <a:spLocks noGrp="1" noChangeArrowheads="1"/>
          </p:cNvSpPr>
          <p:nvPr>
            <p:ph type="title" idx="4294967295"/>
          </p:nvPr>
        </p:nvSpPr>
        <p:spPr>
          <a:xfrm>
            <a:off x="457200" y="274638"/>
            <a:ext cx="8229600" cy="792162"/>
          </a:xfrm>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a:lstStyle/>
          <a:p>
            <a:pPr eaLnBrk="1" hangingPunct="1"/>
            <a:r>
              <a:rPr lang="en-US" altLang="en-US" sz="2800">
                <a:solidFill>
                  <a:schemeClr val="tx1"/>
                </a:solidFill>
                <a:latin typeface="Arial" panose="020B0604020202020204" pitchFamily="34" charset="0"/>
              </a:rPr>
              <a:t>References</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2.9200.0"/>
  <p:tag name="AS_RELEASE_DATE" val="2017.01.25"/>
  <p:tag name="AS_TITLE" val="Aspose.Slides for .NET 2.0"/>
  <p:tag name="AS_VERSION" val="17.1"/>
</p:tagLst>
</file>

<file path=ppt/theme/theme1.xml><?xml version="1.0" encoding="utf-8"?>
<a:theme xmlns:a="http://schemas.openxmlformats.org/drawingml/2006/main" name="Concourse">
  <a:themeElements>
    <a:clrScheme name="">
      <a:dk1>
        <a:srgbClr val="000000"/>
      </a:dk1>
      <a:lt1>
        <a:srgbClr val="FFFFFF"/>
      </a:lt1>
      <a:dk2>
        <a:srgbClr val="464646"/>
      </a:dk2>
      <a:lt2>
        <a:srgbClr val="DEF5FA"/>
      </a:lt2>
      <a:accent1>
        <a:srgbClr val="2DA2BF"/>
      </a:accent1>
      <a:accent2>
        <a:srgbClr val="DA1F28"/>
      </a:accent2>
      <a:accent3>
        <a:srgbClr val="FFFFFF"/>
      </a:accent3>
      <a:accent4>
        <a:srgbClr val="000000"/>
      </a:accent4>
      <a:accent5>
        <a:srgbClr val="ADCEDC"/>
      </a:accent5>
      <a:accent6>
        <a:srgbClr val="C51B23"/>
      </a:accent6>
      <a:hlink>
        <a:srgbClr val="FF8119"/>
      </a:hlink>
      <a:folHlink>
        <a:srgbClr val="44B9E8"/>
      </a:folHlink>
    </a:clrScheme>
    <a:fontScheme name="Concourse">
      <a:majorFont>
        <a:latin typeface="Lucida Sans Unicode"/>
        <a:ea typeface=""/>
        <a:cs typeface="Arial"/>
      </a:majorFont>
      <a:minorFont>
        <a:latin typeface="Lucida Sans Unicode"/>
        <a:ea typeface=""/>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Concourse</Template>
  <TotalTime>26888</TotalTime>
  <Words>1326</Words>
  <Application>Microsoft Office PowerPoint</Application>
  <PresentationFormat>On-screen Show (4:3)</PresentationFormat>
  <Paragraphs>247</Paragraphs>
  <Slides>21</Slides>
  <Notes>21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Lucida Sans Unicode</vt:lpstr>
      <vt:lpstr>Verdana</vt:lpstr>
      <vt:lpstr>Wingdings 2</vt:lpstr>
      <vt:lpstr>Wingdings 3</vt:lpstr>
      <vt:lpstr>Concourse</vt:lpstr>
      <vt:lpstr>HTML5</vt:lpstr>
      <vt:lpstr>What will be covered in this Section</vt:lpstr>
      <vt:lpstr>HTML Media</vt:lpstr>
      <vt:lpstr>HTML Media</vt:lpstr>
      <vt:lpstr>HTML Media (Multimedia Formats)</vt:lpstr>
      <vt:lpstr>HTML Media (MP4s)</vt:lpstr>
      <vt:lpstr>HTML Media  (Video formats Supported by HTML5 browsers)</vt:lpstr>
      <vt:lpstr>HTML Media (Other Video formats)</vt:lpstr>
      <vt:lpstr>HTML Media  (Audio formats Supported by HTML5 browsers)</vt:lpstr>
      <vt:lpstr>HTML Media (Other Audio formats)</vt:lpstr>
      <vt:lpstr>HTML Media</vt:lpstr>
      <vt:lpstr>HTML Media (Playing Videos in HTML)</vt:lpstr>
      <vt:lpstr>HTML Media  (HTML5 audio &amp; video type support)</vt:lpstr>
      <vt:lpstr>HTML Media (&lt;video&gt; Browser support)</vt:lpstr>
      <vt:lpstr>HTML Media (&lt;audio&gt; Browser support)</vt:lpstr>
      <vt:lpstr>HTML Media (Video Example)</vt:lpstr>
      <vt:lpstr>HTML Media (Audio Example)</vt:lpstr>
      <vt:lpstr>HTML Media (Example explained)</vt:lpstr>
      <vt:lpstr>HTML Media (video media types)</vt:lpstr>
      <vt:lpstr>HTML Media (audio media types)</vt:lpstr>
      <vt:lpstr>References</vt:lpstr>
    </vt:vector>
  </TitlesOfParts>
  <Manager/>
  <Company>McGill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McGILL UNIVERSITY PENSION PLAN  AMENDMENT 24: PENSIONABILITY OF STIPENDS</dc:title>
  <dc:subject/>
  <dc:creator>Administrative Desktop</dc:creator>
  <cp:keywords/>
  <dc:description/>
  <cp:lastModifiedBy>Ronald Raphael</cp:lastModifiedBy>
  <cp:revision>717</cp:revision>
  <cp:lastPrinted>2012-03-19T20:51:41Z</cp:lastPrinted>
  <dcterms:created xsi:type="dcterms:W3CDTF">2011-11-25T20:15:34Z</dcterms:created>
  <dcterms:modified xsi:type="dcterms:W3CDTF">2021-02-01T22:06:37Z</dcterms:modified>
  <cp:category/>
</cp:coreProperties>
</file>