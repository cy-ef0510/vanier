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9"/>
  </p:notesMasterIdLst>
  <p:handoutMasterIdLst>
    <p:handoutMasterId r:id="rId30"/>
  </p:handoutMasterIdLst>
  <p:sldIdLst>
    <p:sldId id="256" r:id="rId2"/>
    <p:sldId id="257" r:id="rId3"/>
    <p:sldId id="266" r:id="rId4"/>
    <p:sldId id="267" r:id="rId5"/>
    <p:sldId id="268" r:id="rId6"/>
    <p:sldId id="270" r:id="rId7"/>
    <p:sldId id="320" r:id="rId8"/>
    <p:sldId id="321" r:id="rId9"/>
    <p:sldId id="271" r:id="rId10"/>
    <p:sldId id="319" r:id="rId11"/>
    <p:sldId id="316" r:id="rId12"/>
    <p:sldId id="273" r:id="rId13"/>
    <p:sldId id="317" r:id="rId14"/>
    <p:sldId id="274" r:id="rId15"/>
    <p:sldId id="275" r:id="rId16"/>
    <p:sldId id="276" r:id="rId17"/>
    <p:sldId id="277" r:id="rId18"/>
    <p:sldId id="278" r:id="rId19"/>
    <p:sldId id="279" r:id="rId20"/>
    <p:sldId id="280" r:id="rId21"/>
    <p:sldId id="281" r:id="rId22"/>
    <p:sldId id="309" r:id="rId23"/>
    <p:sldId id="310" r:id="rId24"/>
    <p:sldId id="311" r:id="rId25"/>
    <p:sldId id="312" r:id="rId26"/>
    <p:sldId id="308" r:id="rId27"/>
    <p:sldId id="300" r:id="rId28"/>
  </p:sldIdLst>
  <p:sldSz cx="9144000" cy="6858000" type="screen4x3"/>
  <p:notesSz cx="7010400" cy="9236075"/>
  <p:custDataLst>
    <p:tags r:id="rId31"/>
  </p:custDataLst>
  <p:defaultTextStyle>
    <a:defPPr>
      <a:defRPr lang="ru-RU"/>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1854" y="90"/>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102" y="-2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Header Placeholder 1"/>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ltLang="en-US"/>
          </a:p>
        </p:txBody>
      </p:sp>
      <p:sp>
        <p:nvSpPr>
          <p:cNvPr id="5123" name="Date Placeholder 2"/>
          <p:cNvSpPr>
            <a:spLocks noGrp="1" noChangeArrowheads="1"/>
          </p:cNvSpPr>
          <p:nvPr>
            <p:ph type="dt" sz="quarter" idx="1"/>
          </p:nvPr>
        </p:nvSpPr>
        <p:spPr bwMode="auto">
          <a:xfrm>
            <a:off x="3970338" y="0"/>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fld id="{EFA30C27-9615-42D1-B860-9321A3B14984}" type="datetime1">
              <a:rPr lang="en-US" altLang="en-US"/>
              <a:pPr/>
              <a:t>9/2/2020</a:t>
            </a:fld>
            <a:endParaRPr lang="en-US" altLang="en-US"/>
          </a:p>
        </p:txBody>
      </p:sp>
      <p:sp>
        <p:nvSpPr>
          <p:cNvPr id="5124" name="Footer Placeholder 3"/>
          <p:cNvSpPr>
            <a:spLocks noGrp="1" noChangeArrowheads="1"/>
          </p:cNvSpPr>
          <p:nvPr>
            <p:ph type="ftr" sz="quarter" idx="2"/>
          </p:nvPr>
        </p:nvSpPr>
        <p:spPr bwMode="auto">
          <a:xfrm>
            <a:off x="0"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ltLang="en-US"/>
          </a:p>
        </p:txBody>
      </p:sp>
      <p:sp>
        <p:nvSpPr>
          <p:cNvPr id="5125" name="Slide Number Placeholder 4"/>
          <p:cNvSpPr>
            <a:spLocks noGrp="1" noChangeArrowheads="1"/>
          </p:cNvSpPr>
          <p:nvPr>
            <p:ph type="sldNum" sz="quarter" idx="3"/>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fld id="{B51C7587-31CE-49D5-85EB-FE237FBB6276}" type="slidenum">
              <a:rPr lang="en-US" altLang="en-US"/>
              <a:pPr/>
              <a:t>‹#›</a:t>
            </a:fld>
            <a:endParaRPr lang="en-US" altLang="en-US"/>
          </a:p>
        </p:txBody>
      </p:sp>
    </p:spTree>
    <p:extLst>
      <p:ext uri="{BB962C8B-B14F-4D97-AF65-F5344CB8AC3E}">
        <p14:creationId xmlns:p14="http://schemas.microsoft.com/office/powerpoint/2010/main" val="10508128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Header Placeholder 1"/>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t" anchorCtr="0" compatLnSpc="1">
            <a:prstTxWarp prst="textNoShape">
              <a:avLst/>
            </a:prstTxWarp>
          </a:bodyPr>
          <a:lstStyle>
            <a:lvl1pPr eaLnBrk="0" hangingPunct="0">
              <a:defRPr sz="1200"/>
            </a:lvl1pPr>
          </a:lstStyle>
          <a:p>
            <a:endParaRPr lang="en-US" altLang="en-US"/>
          </a:p>
        </p:txBody>
      </p:sp>
      <p:sp>
        <p:nvSpPr>
          <p:cNvPr id="4099" name="Date Placeholder 2"/>
          <p:cNvSpPr>
            <a:spLocks noGrp="1" noChangeArrowheads="1"/>
          </p:cNvSpPr>
          <p:nvPr>
            <p:ph type="dt" idx="1"/>
          </p:nvPr>
        </p:nvSpPr>
        <p:spPr bwMode="auto">
          <a:xfrm>
            <a:off x="3970338" y="0"/>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t" anchorCtr="0" compatLnSpc="1">
            <a:prstTxWarp prst="textNoShape">
              <a:avLst/>
            </a:prstTxWarp>
          </a:bodyPr>
          <a:lstStyle>
            <a:lvl1pPr algn="r" eaLnBrk="0" hangingPunct="0">
              <a:defRPr sz="1200"/>
            </a:lvl1pPr>
          </a:lstStyle>
          <a:p>
            <a:fld id="{F927CD7A-B93D-4F43-B3FA-475E5B6E218E}" type="datetime1">
              <a:rPr lang="en-US" altLang="en-US"/>
              <a:pPr/>
              <a:t>9/2/2020</a:t>
            </a:fld>
            <a:endParaRPr lang="en-US" altLang="en-US"/>
          </a:p>
        </p:txBody>
      </p:sp>
      <p:sp>
        <p:nvSpPr>
          <p:cNvPr id="4100" name="Slide Image Placeholder 3"/>
          <p:cNvSpPr>
            <a:spLocks noGrp="1" noRot="1" noChangeAspect="1" noChangeArrowheads="1"/>
          </p:cNvSpPr>
          <p:nvPr>
            <p:ph type="sldImg" idx="2"/>
          </p:nvPr>
        </p:nvSpPr>
        <p:spPr bwMode="auto">
          <a:xfrm>
            <a:off x="1427163" y="1154113"/>
            <a:ext cx="4156075" cy="3117850"/>
          </a:xfrm>
          <a:prstGeom prst="rect">
            <a:avLst/>
          </a:prstGeom>
          <a:noFill/>
          <a:ln w="12700"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01" name="Notes Placeholder 4"/>
          <p:cNvSpPr>
            <a:spLocks noGrp="1" noChangeArrowheads="1"/>
          </p:cNvSpPr>
          <p:nvPr>
            <p:ph type="body" sz="quarter" idx="3"/>
          </p:nvPr>
        </p:nvSpPr>
        <p:spPr bwMode="auto">
          <a:xfrm>
            <a:off x="701675" y="4445000"/>
            <a:ext cx="5607050" cy="363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2" name="Footer Placeholder 5"/>
          <p:cNvSpPr>
            <a:spLocks noGrp="1" noChangeArrowheads="1"/>
          </p:cNvSpPr>
          <p:nvPr>
            <p:ph type="ftr" sz="quarter" idx="4"/>
          </p:nvPr>
        </p:nvSpPr>
        <p:spPr bwMode="auto">
          <a:xfrm>
            <a:off x="0"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b" anchorCtr="0" compatLnSpc="1">
            <a:prstTxWarp prst="textNoShape">
              <a:avLst/>
            </a:prstTxWarp>
          </a:bodyPr>
          <a:lstStyle>
            <a:lvl1pPr eaLnBrk="0" hangingPunct="0">
              <a:defRPr sz="1200"/>
            </a:lvl1pPr>
          </a:lstStyle>
          <a:p>
            <a:endParaRPr lang="en-US" altLang="en-US"/>
          </a:p>
        </p:txBody>
      </p:sp>
      <p:sp>
        <p:nvSpPr>
          <p:cNvPr id="4103" name="Slide Number Placeholder 6"/>
          <p:cNvSpPr>
            <a:spLocks noGrp="1" noChangeArrowheads="1"/>
          </p:cNvSpPr>
          <p:nvPr>
            <p:ph type="sldNum" sz="quarter" idx="5"/>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b" anchorCtr="0" compatLnSpc="1">
            <a:prstTxWarp prst="textNoShape">
              <a:avLst/>
            </a:prstTxWarp>
          </a:bodyPr>
          <a:lstStyle>
            <a:lvl1pPr algn="r" eaLnBrk="0" hangingPunct="0">
              <a:defRPr sz="1200"/>
            </a:lvl1pPr>
          </a:lstStyle>
          <a:p>
            <a:fld id="{40E743F6-7E6E-41D4-BBB3-042962E9F64D}" type="slidenum">
              <a:rPr lang="en-US" altLang="en-US"/>
              <a:pPr/>
              <a:t>‹#›</a:t>
            </a:fld>
            <a:endParaRPr lang="en-US" altLang="en-US"/>
          </a:p>
        </p:txBody>
      </p:sp>
    </p:spTree>
    <p:extLst>
      <p:ext uri="{BB962C8B-B14F-4D97-AF65-F5344CB8AC3E}">
        <p14:creationId xmlns:p14="http://schemas.microsoft.com/office/powerpoint/2010/main" val="1193694210"/>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0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0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4D395918-9DEE-4DA3-9AF9-B81DFDF1981C}" type="slidenum">
              <a:rPr lang="en-US" altLang="en-US"/>
              <a:pPr eaLnBrk="0" hangingPunct="0"/>
              <a:t>1</a:t>
            </a:fld>
            <a:endParaRPr lang="en-US" altLang="en-US"/>
          </a:p>
        </p:txBody>
      </p:sp>
    </p:spTree>
    <p:extLst>
      <p:ext uri="{BB962C8B-B14F-4D97-AF65-F5344CB8AC3E}">
        <p14:creationId xmlns:p14="http://schemas.microsoft.com/office/powerpoint/2010/main" val="301586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1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1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156F8613-6673-44B5-A83F-C8C3E78C3988}" type="slidenum">
              <a:rPr lang="en-US" altLang="en-US"/>
              <a:pPr eaLnBrk="0" hangingPunct="0"/>
              <a:t>2</a:t>
            </a:fld>
            <a:endParaRPr lang="en-US" altLang="en-US"/>
          </a:p>
        </p:txBody>
      </p:sp>
    </p:spTree>
    <p:extLst>
      <p:ext uri="{BB962C8B-B14F-4D97-AF65-F5344CB8AC3E}">
        <p14:creationId xmlns:p14="http://schemas.microsoft.com/office/powerpoint/2010/main" val="4043809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1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1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F0EBB00D-A706-4484-A24B-9D36EBCE87B9}" type="slidenum">
              <a:rPr lang="en-US" altLang="en-US"/>
              <a:pPr eaLnBrk="0" hangingPunct="0"/>
              <a:t>3</a:t>
            </a:fld>
            <a:endParaRPr lang="en-US" altLang="en-US"/>
          </a:p>
        </p:txBody>
      </p:sp>
    </p:spTree>
    <p:extLst>
      <p:ext uri="{BB962C8B-B14F-4D97-AF65-F5344CB8AC3E}">
        <p14:creationId xmlns:p14="http://schemas.microsoft.com/office/powerpoint/2010/main" val="1049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2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2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B119BEE9-A4C6-4FC0-8C28-7D46BB74D3C6}" type="slidenum">
              <a:rPr lang="en-US" altLang="en-US"/>
              <a:pPr eaLnBrk="0" hangingPunct="0"/>
              <a:t>4</a:t>
            </a:fld>
            <a:endParaRPr lang="en-US" altLang="en-US"/>
          </a:p>
        </p:txBody>
      </p:sp>
    </p:spTree>
    <p:extLst>
      <p:ext uri="{BB962C8B-B14F-4D97-AF65-F5344CB8AC3E}">
        <p14:creationId xmlns:p14="http://schemas.microsoft.com/office/powerpoint/2010/main" val="1500125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2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2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7B0F27FC-CE93-4613-A0C9-3757A4080A77}" type="slidenum">
              <a:rPr lang="en-US" altLang="en-US"/>
              <a:pPr eaLnBrk="0" hangingPunct="0"/>
              <a:t>5</a:t>
            </a:fld>
            <a:endParaRPr lang="en-US" altLang="en-US"/>
          </a:p>
        </p:txBody>
      </p:sp>
    </p:spTree>
    <p:extLst>
      <p:ext uri="{BB962C8B-B14F-4D97-AF65-F5344CB8AC3E}">
        <p14:creationId xmlns:p14="http://schemas.microsoft.com/office/powerpoint/2010/main" val="2987975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3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3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0FAF5EB4-6FFE-462D-A015-199CE3FABFBC}" type="slidenum">
              <a:rPr lang="en-US" altLang="en-US"/>
              <a:pPr eaLnBrk="0" hangingPunct="0"/>
              <a:t>6</a:t>
            </a:fld>
            <a:endParaRPr lang="en-US" altLang="en-US"/>
          </a:p>
        </p:txBody>
      </p:sp>
    </p:spTree>
    <p:extLst>
      <p:ext uri="{BB962C8B-B14F-4D97-AF65-F5344CB8AC3E}">
        <p14:creationId xmlns:p14="http://schemas.microsoft.com/office/powerpoint/2010/main" val="2822343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3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3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4B5D3899-7772-4996-9BCC-FEF5E08518B6}" type="slidenum">
              <a:rPr lang="en-US" altLang="en-US"/>
              <a:pPr eaLnBrk="0" hangingPunct="0"/>
              <a:t>7</a:t>
            </a:fld>
            <a:endParaRPr lang="en-US" altLang="en-US"/>
          </a:p>
        </p:txBody>
      </p:sp>
    </p:spTree>
    <p:extLst>
      <p:ext uri="{BB962C8B-B14F-4D97-AF65-F5344CB8AC3E}">
        <p14:creationId xmlns:p14="http://schemas.microsoft.com/office/powerpoint/2010/main" val="3754024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4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4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A19C858D-F903-477C-8956-4912619BE942}" type="slidenum">
              <a:rPr lang="en-US" altLang="en-US"/>
              <a:pPr eaLnBrk="0" hangingPunct="0"/>
              <a:t>8</a:t>
            </a:fld>
            <a:endParaRPr lang="en-US" altLang="en-US"/>
          </a:p>
        </p:txBody>
      </p:sp>
    </p:spTree>
    <p:extLst>
      <p:ext uri="{BB962C8B-B14F-4D97-AF65-F5344CB8AC3E}">
        <p14:creationId xmlns:p14="http://schemas.microsoft.com/office/powerpoint/2010/main" val="564807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4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4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27BCA448-ED40-45DE-85EE-12BF454F22F9}" type="slidenum">
              <a:rPr lang="en-US" altLang="en-US"/>
              <a:pPr eaLnBrk="0" hangingPunct="0"/>
              <a:t>9</a:t>
            </a:fld>
            <a:endParaRPr lang="en-US" altLang="en-US"/>
          </a:p>
        </p:txBody>
      </p:sp>
    </p:spTree>
    <p:extLst>
      <p:ext uri="{BB962C8B-B14F-4D97-AF65-F5344CB8AC3E}">
        <p14:creationId xmlns:p14="http://schemas.microsoft.com/office/powerpoint/2010/main" val="1552980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5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5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4D46064F-2AD7-40C5-BDB7-CCB309EDE639}" type="slidenum">
              <a:rPr lang="en-US" altLang="en-US"/>
              <a:pPr eaLnBrk="0" hangingPunct="0"/>
              <a:t>10</a:t>
            </a:fld>
            <a:endParaRPr lang="en-US" altLang="en-US"/>
          </a:p>
        </p:txBody>
      </p:sp>
    </p:spTree>
    <p:extLst>
      <p:ext uri="{BB962C8B-B14F-4D97-AF65-F5344CB8AC3E}">
        <p14:creationId xmlns:p14="http://schemas.microsoft.com/office/powerpoint/2010/main" val="207340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5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5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D446FC8B-E933-4B29-AA5F-CB9B0BF1136B}" type="slidenum">
              <a:rPr lang="en-US" altLang="en-US"/>
              <a:pPr eaLnBrk="0" hangingPunct="0"/>
              <a:t>11</a:t>
            </a:fld>
            <a:endParaRPr lang="en-US" altLang="en-US"/>
          </a:p>
        </p:txBody>
      </p:sp>
    </p:spTree>
    <p:extLst>
      <p:ext uri="{BB962C8B-B14F-4D97-AF65-F5344CB8AC3E}">
        <p14:creationId xmlns:p14="http://schemas.microsoft.com/office/powerpoint/2010/main" val="2194637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6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6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D0029E15-4F57-4DA4-9BC8-495846334E95}" type="slidenum">
              <a:rPr lang="en-US" altLang="en-US"/>
              <a:pPr eaLnBrk="0" hangingPunct="0"/>
              <a:t>12</a:t>
            </a:fld>
            <a:endParaRPr lang="en-US" altLang="en-US"/>
          </a:p>
        </p:txBody>
      </p:sp>
    </p:spTree>
    <p:extLst>
      <p:ext uri="{BB962C8B-B14F-4D97-AF65-F5344CB8AC3E}">
        <p14:creationId xmlns:p14="http://schemas.microsoft.com/office/powerpoint/2010/main" val="1811660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6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6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93871ACE-8825-4BB2-9382-396845BA1BC8}" type="slidenum">
              <a:rPr lang="en-US" altLang="en-US"/>
              <a:pPr eaLnBrk="0" hangingPunct="0"/>
              <a:t>13</a:t>
            </a:fld>
            <a:endParaRPr lang="en-US" altLang="en-US"/>
          </a:p>
        </p:txBody>
      </p:sp>
    </p:spTree>
    <p:extLst>
      <p:ext uri="{BB962C8B-B14F-4D97-AF65-F5344CB8AC3E}">
        <p14:creationId xmlns:p14="http://schemas.microsoft.com/office/powerpoint/2010/main" val="42583974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7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7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2622E15D-1496-4130-8786-B73218336185}" type="slidenum">
              <a:rPr lang="en-US" altLang="en-US"/>
              <a:pPr eaLnBrk="0" hangingPunct="0"/>
              <a:t>14</a:t>
            </a:fld>
            <a:endParaRPr lang="en-US" altLang="en-US"/>
          </a:p>
        </p:txBody>
      </p:sp>
    </p:spTree>
    <p:extLst>
      <p:ext uri="{BB962C8B-B14F-4D97-AF65-F5344CB8AC3E}">
        <p14:creationId xmlns:p14="http://schemas.microsoft.com/office/powerpoint/2010/main" val="3032723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7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7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EC5A7786-E97D-4937-BECB-2AF92FD46D62}" type="slidenum">
              <a:rPr lang="en-US" altLang="en-US"/>
              <a:pPr eaLnBrk="0" hangingPunct="0"/>
              <a:t>15</a:t>
            </a:fld>
            <a:endParaRPr lang="en-US" altLang="en-US"/>
          </a:p>
        </p:txBody>
      </p:sp>
    </p:spTree>
    <p:extLst>
      <p:ext uri="{BB962C8B-B14F-4D97-AF65-F5344CB8AC3E}">
        <p14:creationId xmlns:p14="http://schemas.microsoft.com/office/powerpoint/2010/main" val="3104841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8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8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2659ABD3-F286-40A3-8994-EEE0AA04C5F1}" type="slidenum">
              <a:rPr lang="en-US" altLang="en-US"/>
              <a:pPr eaLnBrk="0" hangingPunct="0"/>
              <a:t>16</a:t>
            </a:fld>
            <a:endParaRPr lang="en-US" altLang="en-US"/>
          </a:p>
        </p:txBody>
      </p:sp>
    </p:spTree>
    <p:extLst>
      <p:ext uri="{BB962C8B-B14F-4D97-AF65-F5344CB8AC3E}">
        <p14:creationId xmlns:p14="http://schemas.microsoft.com/office/powerpoint/2010/main" val="1581474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8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8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6C8B0670-66E9-4310-B4F6-3D1E40352D8C}" type="slidenum">
              <a:rPr lang="en-US" altLang="en-US"/>
              <a:pPr eaLnBrk="0" hangingPunct="0"/>
              <a:t>17</a:t>
            </a:fld>
            <a:endParaRPr lang="en-US" altLang="en-US"/>
          </a:p>
        </p:txBody>
      </p:sp>
    </p:spTree>
    <p:extLst>
      <p:ext uri="{BB962C8B-B14F-4D97-AF65-F5344CB8AC3E}">
        <p14:creationId xmlns:p14="http://schemas.microsoft.com/office/powerpoint/2010/main" val="2089754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9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9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82B6EDEC-60AD-4D16-87D3-4B35A74CA1FB}" type="slidenum">
              <a:rPr lang="en-US" altLang="en-US"/>
              <a:pPr eaLnBrk="0" hangingPunct="0"/>
              <a:t>18</a:t>
            </a:fld>
            <a:endParaRPr lang="en-US" altLang="en-US"/>
          </a:p>
        </p:txBody>
      </p:sp>
    </p:spTree>
    <p:extLst>
      <p:ext uri="{BB962C8B-B14F-4D97-AF65-F5344CB8AC3E}">
        <p14:creationId xmlns:p14="http://schemas.microsoft.com/office/powerpoint/2010/main" val="3326414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9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19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BBFF43F8-4DBB-4781-BC4D-A346D4A75C22}" type="slidenum">
              <a:rPr lang="en-US" altLang="en-US"/>
              <a:pPr eaLnBrk="0" hangingPunct="0"/>
              <a:t>19</a:t>
            </a:fld>
            <a:endParaRPr lang="en-US" altLang="en-US"/>
          </a:p>
        </p:txBody>
      </p:sp>
    </p:spTree>
    <p:extLst>
      <p:ext uri="{BB962C8B-B14F-4D97-AF65-F5344CB8AC3E}">
        <p14:creationId xmlns:p14="http://schemas.microsoft.com/office/powerpoint/2010/main" val="2765667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20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20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41598538-654E-4C2E-BCB8-AA84577BC82C}" type="slidenum">
              <a:rPr lang="en-US" altLang="en-US"/>
              <a:pPr eaLnBrk="0" hangingPunct="0"/>
              <a:t>20</a:t>
            </a:fld>
            <a:endParaRPr lang="en-US" altLang="en-US"/>
          </a:p>
        </p:txBody>
      </p:sp>
    </p:spTree>
    <p:extLst>
      <p:ext uri="{BB962C8B-B14F-4D97-AF65-F5344CB8AC3E}">
        <p14:creationId xmlns:p14="http://schemas.microsoft.com/office/powerpoint/2010/main" val="2936445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20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20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99A3D1DE-15FA-4BE4-80A7-9F915214EF9B}" type="slidenum">
              <a:rPr lang="en-US" altLang="en-US"/>
              <a:pPr eaLnBrk="0" hangingPunct="0"/>
              <a:t>21</a:t>
            </a:fld>
            <a:endParaRPr lang="en-US" altLang="en-US"/>
          </a:p>
        </p:txBody>
      </p:sp>
    </p:spTree>
    <p:extLst>
      <p:ext uri="{BB962C8B-B14F-4D97-AF65-F5344CB8AC3E}">
        <p14:creationId xmlns:p14="http://schemas.microsoft.com/office/powerpoint/2010/main" val="2533011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21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21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ED891A93-1CEB-4790-8FBF-04523B911950}" type="slidenum">
              <a:rPr lang="en-US" altLang="en-US"/>
              <a:pPr eaLnBrk="0" hangingPunct="0"/>
              <a:t>22</a:t>
            </a:fld>
            <a:endParaRPr lang="en-US" altLang="en-US"/>
          </a:p>
        </p:txBody>
      </p:sp>
    </p:spTree>
    <p:extLst>
      <p:ext uri="{BB962C8B-B14F-4D97-AF65-F5344CB8AC3E}">
        <p14:creationId xmlns:p14="http://schemas.microsoft.com/office/powerpoint/2010/main" val="27046789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21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21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E722C2D5-2FB1-4EF2-AC79-8FE6D7A8D38F}" type="slidenum">
              <a:rPr lang="en-US" altLang="en-US"/>
              <a:pPr eaLnBrk="0" hangingPunct="0"/>
              <a:t>23</a:t>
            </a:fld>
            <a:endParaRPr lang="en-US" altLang="en-US"/>
          </a:p>
        </p:txBody>
      </p:sp>
    </p:spTree>
    <p:extLst>
      <p:ext uri="{BB962C8B-B14F-4D97-AF65-F5344CB8AC3E}">
        <p14:creationId xmlns:p14="http://schemas.microsoft.com/office/powerpoint/2010/main" val="13384286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22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22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81F2097B-BF74-467E-9D37-F386C5032E79}" type="slidenum">
              <a:rPr lang="en-US" altLang="en-US"/>
              <a:pPr eaLnBrk="0" hangingPunct="0"/>
              <a:t>24</a:t>
            </a:fld>
            <a:endParaRPr lang="en-US" altLang="en-US"/>
          </a:p>
        </p:txBody>
      </p:sp>
    </p:spTree>
    <p:extLst>
      <p:ext uri="{BB962C8B-B14F-4D97-AF65-F5344CB8AC3E}">
        <p14:creationId xmlns:p14="http://schemas.microsoft.com/office/powerpoint/2010/main" val="2123845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22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22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FCD5C80F-2F0A-4E2B-AB87-A9080DC5D9D4}" type="slidenum">
              <a:rPr lang="en-US" altLang="en-US"/>
              <a:pPr eaLnBrk="0" hangingPunct="0"/>
              <a:t>25</a:t>
            </a:fld>
            <a:endParaRPr lang="en-US" altLang="en-US"/>
          </a:p>
        </p:txBody>
      </p:sp>
    </p:spTree>
    <p:extLst>
      <p:ext uri="{BB962C8B-B14F-4D97-AF65-F5344CB8AC3E}">
        <p14:creationId xmlns:p14="http://schemas.microsoft.com/office/powerpoint/2010/main" val="8161681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23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23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8BF41392-92E0-4298-AE88-A676AAADE1C1}" type="slidenum">
              <a:rPr lang="en-US" altLang="en-US"/>
              <a:pPr eaLnBrk="0" hangingPunct="0"/>
              <a:t>26</a:t>
            </a:fld>
            <a:endParaRPr lang="en-US" altLang="en-US"/>
          </a:p>
        </p:txBody>
      </p:sp>
    </p:spTree>
    <p:extLst>
      <p:ext uri="{BB962C8B-B14F-4D97-AF65-F5344CB8AC3E}">
        <p14:creationId xmlns:p14="http://schemas.microsoft.com/office/powerpoint/2010/main" val="17659056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23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423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E76011EC-A074-492F-B084-E61CAD57022A}" type="slidenum">
              <a:rPr lang="en-US" altLang="en-US"/>
              <a:pPr eaLnBrk="0" hangingPunct="0"/>
              <a:t>27</a:t>
            </a:fld>
            <a:endParaRPr lang="en-US" altLang="en-US"/>
          </a:p>
        </p:txBody>
      </p:sp>
    </p:spTree>
    <p:extLst>
      <p:ext uri="{BB962C8B-B14F-4D97-AF65-F5344CB8AC3E}">
        <p14:creationId xmlns:p14="http://schemas.microsoft.com/office/powerpoint/2010/main" val="3680032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50" name="Right Triangle 3"/>
          <p:cNvSpPr>
            <a:spLocks noChangeArrowheads="1"/>
          </p:cNvSpPr>
          <p:nvPr/>
        </p:nvSpPr>
        <p:spPr bwMode="auto">
          <a:xfrm>
            <a:off x="0" y="4664075"/>
            <a:ext cx="9150350" cy="0"/>
          </a:xfrm>
          <a:prstGeom prst="rtTriangle">
            <a:avLst/>
          </a:prstGeom>
          <a:gradFill rotWithShape="1">
            <a:gsLst>
              <a:gs pos="0">
                <a:srgbClr val="007897"/>
              </a:gs>
              <a:gs pos="54999">
                <a:srgbClr val="4ABBE0"/>
              </a:gs>
              <a:gs pos="100000">
                <a:srgbClr val="007897"/>
              </a:gs>
            </a:gsLst>
            <a:lin ang="3000000"/>
          </a:gradFill>
          <a:ln>
            <a:noFill/>
          </a:ln>
          <a:effectLst/>
          <a:extLst>
            <a:ext uri="{91240B29-F687-4F45-9708-019B960494DF}">
              <a14:hiddenLine xmlns:a14="http://schemas.microsoft.com/office/drawing/2010/main" w="12700" cap="rnd" cmpd="thickThin"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endParaRPr lang="en-US" altLang="en-US"/>
          </a:p>
        </p:txBody>
      </p:sp>
      <p:grpSp>
        <p:nvGrpSpPr>
          <p:cNvPr id="2051" name="Group 3"/>
          <p:cNvGrpSpPr>
            <a:grpSpLocks/>
          </p:cNvGrpSpPr>
          <p:nvPr/>
        </p:nvGrpSpPr>
        <p:grpSpPr bwMode="auto">
          <a:xfrm>
            <a:off x="-3175" y="4953000"/>
            <a:ext cx="9147175" cy="1911350"/>
            <a:chOff x="-3765" y="4832896"/>
            <a:chExt cx="9147765" cy="2032192"/>
          </a:xfrm>
        </p:grpSpPr>
        <p:sp>
          <p:nvSpPr>
            <p:cNvPr id="2052" name="Freeform 5"/>
            <p:cNvSpPr>
              <a:spLocks/>
            </p:cNvSpPr>
            <p:nvPr/>
          </p:nvSpPr>
          <p:spPr bwMode="auto">
            <a:xfrm>
              <a:off x="1687032" y="4832896"/>
              <a:ext cx="7456968" cy="518176"/>
            </a:xfrm>
            <a:custGeom>
              <a:avLst/>
              <a:gdLst>
                <a:gd name="T0" fmla="*/ 4697 w 4697"/>
                <a:gd name="T1" fmla="*/ 0 h 367"/>
                <a:gd name="T2" fmla="*/ 4697 w 4697"/>
                <a:gd name="T3" fmla="*/ 367 h 367"/>
                <a:gd name="T4" fmla="*/ 0 w 4697"/>
                <a:gd name="T5" fmla="*/ 218 h 367"/>
                <a:gd name="T6" fmla="*/ 4697 w 4697"/>
                <a:gd name="T7" fmla="*/ 0 h 367"/>
              </a:gdLst>
              <a:ahLst/>
              <a:cxnLst>
                <a:cxn ang="0">
                  <a:pos x="T0" y="T1"/>
                </a:cxn>
                <a:cxn ang="0">
                  <a:pos x="T2" y="T3"/>
                </a:cxn>
                <a:cxn ang="0">
                  <a:pos x="T4" y="T5"/>
                </a:cxn>
                <a:cxn ang="0">
                  <a:pos x="T6" y="T7"/>
                </a:cxn>
              </a:cxnLst>
              <a:rect l="0" t="0" r="r" b="b"/>
              <a:pathLst>
                <a:path w="4697" h="367">
                  <a:moveTo>
                    <a:pt x="4697" y="0"/>
                  </a:moveTo>
                  <a:lnTo>
                    <a:pt x="4697" y="367"/>
                  </a:lnTo>
                  <a:lnTo>
                    <a:pt x="0" y="218"/>
                  </a:lnTo>
                  <a:lnTo>
                    <a:pt x="4697" y="0"/>
                  </a:lnTo>
                  <a:close/>
                </a:path>
              </a:pathLst>
            </a:custGeom>
            <a:solidFill>
              <a:srgbClr val="9FCBDC">
                <a:alpha val="39999"/>
              </a:srgbClr>
            </a:soli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altLang="en-US">
                <a:latin typeface="Lucida Sans Unicode" panose="020B0602030504020204" pitchFamily="34" charset="0"/>
              </a:endParaRPr>
            </a:p>
          </p:txBody>
        </p:sp>
        <p:sp>
          <p:nvSpPr>
            <p:cNvPr id="2053" name="Freeform 6"/>
            <p:cNvSpPr>
              <a:spLocks/>
            </p:cNvSpPr>
            <p:nvPr/>
          </p:nvSpPr>
          <p:spPr bwMode="auto">
            <a:xfrm>
              <a:off x="35926" y="5135025"/>
              <a:ext cx="9108074" cy="838869"/>
            </a:xfrm>
            <a:custGeom>
              <a:avLst/>
              <a:gdLst>
                <a:gd name="T0" fmla="*/ 0 w 5760"/>
                <a:gd name="T1" fmla="*/ 0 h 528"/>
                <a:gd name="T2" fmla="*/ 5760 w 5760"/>
                <a:gd name="T3" fmla="*/ 0 h 528"/>
                <a:gd name="T4" fmla="*/ 5760 w 5760"/>
                <a:gd name="T5" fmla="*/ 528 h 528"/>
                <a:gd name="T6" fmla="*/ 48 w 5760"/>
                <a:gd name="T7" fmla="*/ 0 h 528"/>
              </a:gdLst>
              <a:ahLst/>
              <a:cxnLst>
                <a:cxn ang="0">
                  <a:pos x="T0" y="T1"/>
                </a:cxn>
                <a:cxn ang="0">
                  <a:pos x="T2" y="T3"/>
                </a:cxn>
                <a:cxn ang="0">
                  <a:pos x="T4" y="T5"/>
                </a:cxn>
                <a:cxn ang="0">
                  <a:pos x="T6" y="T7"/>
                </a:cxn>
              </a:cxnLst>
              <a:rect l="0" t="0" r="r" b="b"/>
              <a:pathLst>
                <a:path w="5760" h="528">
                  <a:moveTo>
                    <a:pt x="0" y="0"/>
                  </a:moveTo>
                  <a:lnTo>
                    <a:pt x="5760" y="0"/>
                  </a:lnTo>
                  <a:lnTo>
                    <a:pt x="5760" y="528"/>
                  </a:lnTo>
                  <a:lnTo>
                    <a:pt x="48" y="0"/>
                  </a:lnTo>
                </a:path>
              </a:pathLst>
            </a:custGeom>
            <a:solidFill>
              <a:srgbClr val="000000"/>
            </a:soli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altLang="en-US">
                <a:latin typeface="Lucida Sans Unicode" panose="020B0602030504020204" pitchFamily="34" charset="0"/>
              </a:endParaRPr>
            </a:p>
          </p:txBody>
        </p:sp>
        <p:sp>
          <p:nvSpPr>
            <p:cNvPr id="2054" name="Freeform 7"/>
            <p:cNvSpPr>
              <a:spLocks/>
            </p:cNvSpPr>
            <p:nvPr/>
          </p:nvSpPr>
          <p:spPr bwMode="auto">
            <a:xfrm>
              <a:off x="0" y="4883888"/>
              <a:ext cx="9144000" cy="1981200"/>
            </a:xfrm>
            <a:custGeom>
              <a:avLst/>
              <a:gdLst>
                <a:gd name="T0" fmla="*/ 0 w 5760"/>
                <a:gd name="T1" fmla="*/ 0 h 1248"/>
                <a:gd name="T2" fmla="*/ 0 w 5760"/>
                <a:gd name="T3" fmla="*/ 1248 h 1248"/>
                <a:gd name="T4" fmla="*/ 5760 w 5760"/>
                <a:gd name="T5" fmla="*/ 1248 h 1248"/>
                <a:gd name="T6" fmla="*/ 5760 w 5760"/>
                <a:gd name="T7" fmla="*/ 528 h 1248"/>
                <a:gd name="T8" fmla="*/ 0 w 5760"/>
                <a:gd name="T9" fmla="*/ 0 h 1248"/>
              </a:gdLst>
              <a:ahLst/>
              <a:cxnLst>
                <a:cxn ang="0">
                  <a:pos x="T0" y="T1"/>
                </a:cxn>
                <a:cxn ang="0">
                  <a:pos x="T2" y="T3"/>
                </a:cxn>
                <a:cxn ang="0">
                  <a:pos x="T4" y="T5"/>
                </a:cxn>
                <a:cxn ang="0">
                  <a:pos x="T6" y="T7"/>
                </a:cxn>
                <a:cxn ang="0">
                  <a:pos x="T8" y="T9"/>
                </a:cxn>
              </a:cxnLst>
              <a:rect l="0" t="0" r="r" b="b"/>
              <a:pathLst>
                <a:path w="5760" h="1248">
                  <a:moveTo>
                    <a:pt x="0" y="0"/>
                  </a:moveTo>
                  <a:lnTo>
                    <a:pt x="0" y="1248"/>
                  </a:lnTo>
                  <a:lnTo>
                    <a:pt x="5760" y="1248"/>
                  </a:lnTo>
                  <a:lnTo>
                    <a:pt x="5760" y="528"/>
                  </a:lnTo>
                  <a:lnTo>
                    <a:pt x="0" y="0"/>
                  </a:lnTo>
                  <a:close/>
                </a:path>
              </a:pathLst>
            </a:custGeom>
            <a:blipFill dpi="0" rotWithShape="0">
              <a:blip r:embed="rId2">
                <a:alphaModFix amt="50000"/>
              </a:blip>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12700" cap="rnd" cmpd="thickThin" algn="ctr">
                  <a:solidFill>
                    <a:srgbClr val="000000"/>
                  </a:solidFill>
                  <a:prstDash val="solid"/>
                  <a:round/>
                  <a:headEnd type="none" w="med" len="med"/>
                  <a:tailEnd type="none" w="med" len="med"/>
                </a14:hiddenLine>
              </a:ext>
            </a:extLst>
          </p:spPr>
          <p:txBody>
            <a:bodyPr anchor="ctr"/>
            <a:lstStyle/>
            <a:p>
              <a:pPr algn="ctr" eaLnBrk="0" hangingPunct="0"/>
              <a:endParaRPr lang="en-US" altLang="en-US"/>
            </a:p>
          </p:txBody>
        </p:sp>
        <p:sp>
          <p:nvSpPr>
            <p:cNvPr id="2055" name="Straight Connector 9"/>
            <p:cNvSpPr>
              <a:spLocks noChangeShapeType="1"/>
            </p:cNvSpPr>
            <p:nvPr/>
          </p:nvSpPr>
          <p:spPr bwMode="auto">
            <a:xfrm>
              <a:off x="-3765" y="4880373"/>
              <a:ext cx="9147765" cy="83994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065" cap="flat" algn="ctr">
                  <a:solidFill>
                    <a:srgbClr val="000000"/>
                  </a:solidFill>
                  <a:prstDash val="solid"/>
                  <a:round/>
                  <a:headEnd type="none" w="med" len="med"/>
                  <a:tailEnd type="none" w="med" len="med"/>
                </a14:hiddenLine>
              </a:ext>
            </a:extLst>
          </p:spPr>
          <p:txBody>
            <a:bodyPr/>
            <a:lstStyle/>
            <a:p>
              <a:endParaRPr lang="fr-CA"/>
            </a:p>
          </p:txBody>
        </p:sp>
      </p:grpSp>
      <p:sp>
        <p:nvSpPr>
          <p:cNvPr id="2056" name="Title 8"/>
          <p:cNvSpPr>
            <a:spLocks noGrp="1" noChangeArrowheads="1"/>
          </p:cNvSpPr>
          <p:nvPr>
            <p:ph type="ctrTitle"/>
          </p:nvPr>
        </p:nvSpPr>
        <p:spPr>
          <a:xfrm>
            <a:off x="685800" y="1752600"/>
            <a:ext cx="7772400" cy="1830388"/>
          </a:xfrm>
        </p:spPr>
        <p:txBody>
          <a:bodyPr anchor="b"/>
          <a:lstStyle>
            <a:lvl1pPr algn="r">
              <a:defRPr sz="4800"/>
            </a:lvl1pPr>
          </a:lstStyle>
          <a:p>
            <a:pPr lvl="0"/>
            <a:r>
              <a:rPr lang="en-US" altLang="en-US" noProof="0"/>
              <a:t>Click to edit Master title style</a:t>
            </a:r>
          </a:p>
        </p:txBody>
      </p:sp>
      <p:sp>
        <p:nvSpPr>
          <p:cNvPr id="2057" name="Subtitle 16"/>
          <p:cNvSpPr>
            <a:spLocks noGrp="1" noChangeArrowheads="1"/>
          </p:cNvSpPr>
          <p:nvPr>
            <p:ph type="subTitle" idx="1"/>
          </p:nvPr>
        </p:nvSpPr>
        <p:spPr>
          <a:xfrm>
            <a:off x="685800" y="3611563"/>
            <a:ext cx="7772400" cy="1200150"/>
          </a:xfrm>
        </p:spPr>
        <p:txBody>
          <a:bodyPr lIns="45720" rIns="45720"/>
          <a:lstStyle>
            <a:lvl1pPr marL="0" indent="0" algn="r">
              <a:buFont typeface="Wingdings 3" panose="05040102010807070707" pitchFamily="18" charset="2"/>
              <a:buNone/>
              <a:defRPr>
                <a:solidFill>
                  <a:schemeClr val="tx2"/>
                </a:solidFill>
              </a:defRPr>
            </a:lvl1pPr>
          </a:lstStyle>
          <a:p>
            <a:pPr lvl="0"/>
            <a:r>
              <a:rPr lang="en-US" altLang="en-US" noProof="0"/>
              <a:t>Click to edit Master subtitle style</a:t>
            </a:r>
          </a:p>
        </p:txBody>
      </p:sp>
      <p:sp>
        <p:nvSpPr>
          <p:cNvPr id="2058" name="Footer Placeholder 18"/>
          <p:cNvSpPr>
            <a:spLocks noGrp="1" noChangeArrowheads="1"/>
          </p:cNvSpPr>
          <p:nvPr>
            <p:ph type="ftr" sz="quarter" idx="2"/>
          </p:nvPr>
        </p:nvSpPr>
        <p:spPr>
          <a:xfrm>
            <a:off x="6270625" y="6408738"/>
            <a:ext cx="2351088" cy="365125"/>
          </a:xfrm>
        </p:spPr>
        <p:txBody>
          <a:bodyPr anchor="t"/>
          <a:lstStyle>
            <a:lvl1pPr algn="l" eaLnBrk="0" hangingPunct="0">
              <a:defRPr sz="1800">
                <a:latin typeface="Arial" panose="020B0604020202020204" pitchFamily="34" charset="0"/>
              </a:defRPr>
            </a:lvl1pPr>
          </a:lstStyle>
          <a:p>
            <a:r>
              <a:rPr lang="en-US" altLang="en-US"/>
              <a:t>K. Lorenc - Last updated 2016/08/01</a:t>
            </a:r>
          </a:p>
        </p:txBody>
      </p:sp>
      <p:sp>
        <p:nvSpPr>
          <p:cNvPr id="2059" name="Slide Number Placeholder 26"/>
          <p:cNvSpPr>
            <a:spLocks noGrp="1" noChangeArrowheads="1"/>
          </p:cNvSpPr>
          <p:nvPr>
            <p:ph type="sldNum" sz="quarter" idx="3"/>
          </p:nvPr>
        </p:nvSpPr>
        <p:spPr/>
        <p:txBody>
          <a:bodyPr anchor="t"/>
          <a:lstStyle>
            <a:lvl1pPr algn="l" eaLnBrk="0" hangingPunct="0">
              <a:defRPr sz="1800">
                <a:solidFill>
                  <a:srgbClr val="FFFFFF"/>
                </a:solidFill>
                <a:latin typeface="Arial" panose="020B0604020202020204" pitchFamily="34" charset="0"/>
              </a:defRPr>
            </a:lvl1pPr>
          </a:lstStyle>
          <a:p>
            <a:fld id="{9337B5AF-AED1-4A3F-BB7E-A61083A9F193}"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p:cNvSpPr>
            <a:spLocks noGrp="1"/>
          </p:cNvSpPr>
          <p:nvPr>
            <p:ph type="dt" sz="half" idx="10"/>
          </p:nvPr>
        </p:nvSpPr>
        <p:spPr/>
        <p:txBody>
          <a:bodyPr/>
          <a:lstStyle>
            <a:lvl1pPr>
              <a:defRPr/>
            </a:lvl1pPr>
          </a:lstStyle>
          <a:p>
            <a:r>
              <a:rPr lang="en-US" altLang="en-US"/>
              <a:t>Last Updated: /13/2017</a:t>
            </a:r>
          </a:p>
        </p:txBody>
      </p:sp>
      <p:sp>
        <p:nvSpPr>
          <p:cNvPr id="5" name="Footer Placeholder 4"/>
          <p:cNvSpPr>
            <a:spLocks noGrp="1"/>
          </p:cNvSpPr>
          <p:nvPr>
            <p:ph type="ftr" sz="quarter" idx="11"/>
          </p:nvPr>
        </p:nvSpPr>
        <p:spPr/>
        <p:txBody>
          <a:bodyPr/>
          <a:lstStyle>
            <a:lvl1pPr>
              <a:defRPr/>
            </a:lvl1pPr>
          </a:lstStyle>
          <a:p>
            <a:r>
              <a:rPr lang="en-US" altLang="en-US"/>
              <a:t>K. Lorenc - Last updated 2016/08/01</a:t>
            </a:r>
          </a:p>
        </p:txBody>
      </p:sp>
      <p:sp>
        <p:nvSpPr>
          <p:cNvPr id="6" name="Slide Number Placeholder 5"/>
          <p:cNvSpPr>
            <a:spLocks noGrp="1"/>
          </p:cNvSpPr>
          <p:nvPr>
            <p:ph type="sldNum" sz="quarter" idx="12"/>
          </p:nvPr>
        </p:nvSpPr>
        <p:spPr/>
        <p:txBody>
          <a:bodyPr/>
          <a:lstStyle>
            <a:lvl1pPr>
              <a:defRPr/>
            </a:lvl1pPr>
          </a:lstStyle>
          <a:p>
            <a:fld id="{755C5712-43E3-41DC-8AEC-A2CB0CB5AF2D}" type="slidenum">
              <a:rPr lang="en-US" altLang="en-US"/>
              <a:pPr/>
              <a:t>‹#›</a:t>
            </a:fld>
            <a:endParaRPr lang="en-US" altLang="en-US"/>
          </a:p>
        </p:txBody>
      </p:sp>
    </p:spTree>
    <p:extLst>
      <p:ext uri="{BB962C8B-B14F-4D97-AF65-F5344CB8AC3E}">
        <p14:creationId xmlns:p14="http://schemas.microsoft.com/office/powerpoint/2010/main" val="3629933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fr-CA"/>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en-US" altLang="en-US"/>
              <a:t>Last Updated: /13/2017</a:t>
            </a:r>
          </a:p>
        </p:txBody>
      </p:sp>
      <p:sp>
        <p:nvSpPr>
          <p:cNvPr id="5" name="Footer Placeholder 4"/>
          <p:cNvSpPr>
            <a:spLocks noGrp="1"/>
          </p:cNvSpPr>
          <p:nvPr>
            <p:ph type="ftr" sz="quarter" idx="11"/>
          </p:nvPr>
        </p:nvSpPr>
        <p:spPr/>
        <p:txBody>
          <a:bodyPr/>
          <a:lstStyle>
            <a:lvl1pPr>
              <a:defRPr/>
            </a:lvl1pPr>
          </a:lstStyle>
          <a:p>
            <a:r>
              <a:rPr lang="en-US" altLang="en-US"/>
              <a:t>K. Lorenc - Last updated 2016/08/01</a:t>
            </a:r>
          </a:p>
        </p:txBody>
      </p:sp>
      <p:sp>
        <p:nvSpPr>
          <p:cNvPr id="6" name="Slide Number Placeholder 5"/>
          <p:cNvSpPr>
            <a:spLocks noGrp="1"/>
          </p:cNvSpPr>
          <p:nvPr>
            <p:ph type="sldNum" sz="quarter" idx="12"/>
          </p:nvPr>
        </p:nvSpPr>
        <p:spPr/>
        <p:txBody>
          <a:bodyPr/>
          <a:lstStyle>
            <a:lvl1pPr>
              <a:defRPr/>
            </a:lvl1pPr>
          </a:lstStyle>
          <a:p>
            <a:fld id="{BAB7B948-CFD8-4CC4-AD98-67DB2C0789E3}" type="slidenum">
              <a:rPr lang="en-US" altLang="en-US"/>
              <a:pPr/>
              <a:t>‹#›</a:t>
            </a:fld>
            <a:endParaRPr lang="en-US" altLang="en-US"/>
          </a:p>
        </p:txBody>
      </p:sp>
    </p:spTree>
    <p:extLst>
      <p:ext uri="{BB962C8B-B14F-4D97-AF65-F5344CB8AC3E}">
        <p14:creationId xmlns:p14="http://schemas.microsoft.com/office/powerpoint/2010/main" val="4136253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CA"/>
          </a:p>
        </p:txBody>
      </p:sp>
      <p:sp>
        <p:nvSpPr>
          <p:cNvPr id="3" name="Content Placeholder 2"/>
          <p:cNvSpPr>
            <a:spLocks noGrp="1"/>
          </p:cNvSpPr>
          <p:nvPr>
            <p:ph sz="half" idx="1"/>
          </p:nvPr>
        </p:nvSpPr>
        <p:spPr>
          <a:xfrm>
            <a:off x="457200" y="1481138"/>
            <a:ext cx="4038600" cy="4525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Content Placeholder 3"/>
          <p:cNvSpPr>
            <a:spLocks noGrp="1"/>
          </p:cNvSpPr>
          <p:nvPr>
            <p:ph sz="half" idx="2"/>
          </p:nvPr>
        </p:nvSpPr>
        <p:spPr>
          <a:xfrm>
            <a:off x="4648200" y="1481138"/>
            <a:ext cx="4038600" cy="4525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Date Placeholder 4"/>
          <p:cNvSpPr>
            <a:spLocks noGrp="1"/>
          </p:cNvSpPr>
          <p:nvPr>
            <p:ph type="dt" sz="half" idx="10"/>
          </p:nvPr>
        </p:nvSpPr>
        <p:spPr/>
        <p:txBody>
          <a:bodyPr/>
          <a:lstStyle>
            <a:lvl1pPr>
              <a:defRPr/>
            </a:lvl1pPr>
          </a:lstStyle>
          <a:p>
            <a:r>
              <a:rPr lang="en-US" altLang="en-US"/>
              <a:t>Last Updated: /13/2017</a:t>
            </a:r>
          </a:p>
        </p:txBody>
      </p:sp>
      <p:sp>
        <p:nvSpPr>
          <p:cNvPr id="6" name="Footer Placeholder 5"/>
          <p:cNvSpPr>
            <a:spLocks noGrp="1"/>
          </p:cNvSpPr>
          <p:nvPr>
            <p:ph type="ftr" sz="quarter" idx="11"/>
          </p:nvPr>
        </p:nvSpPr>
        <p:spPr/>
        <p:txBody>
          <a:bodyPr/>
          <a:lstStyle>
            <a:lvl1pPr>
              <a:defRPr/>
            </a:lvl1pPr>
          </a:lstStyle>
          <a:p>
            <a:r>
              <a:rPr lang="en-US" altLang="en-US"/>
              <a:t>K. Lorenc - Last updated 2016/08/01</a:t>
            </a:r>
          </a:p>
        </p:txBody>
      </p:sp>
      <p:sp>
        <p:nvSpPr>
          <p:cNvPr id="7" name="Slide Number Placeholder 6"/>
          <p:cNvSpPr>
            <a:spLocks noGrp="1"/>
          </p:cNvSpPr>
          <p:nvPr>
            <p:ph type="sldNum" sz="quarter" idx="12"/>
          </p:nvPr>
        </p:nvSpPr>
        <p:spPr/>
        <p:txBody>
          <a:bodyPr/>
          <a:lstStyle>
            <a:lvl1pPr>
              <a:defRPr/>
            </a:lvl1pPr>
          </a:lstStyle>
          <a:p>
            <a:fld id="{8F3B1147-FACE-49C9-B792-8CBDA4CDD49E}" type="slidenum">
              <a:rPr lang="en-US" altLang="en-US"/>
              <a:pPr/>
              <a:t>‹#›</a:t>
            </a:fld>
            <a:endParaRPr lang="en-US" altLang="en-US"/>
          </a:p>
        </p:txBody>
      </p:sp>
    </p:spTree>
    <p:extLst>
      <p:ext uri="{BB962C8B-B14F-4D97-AF65-F5344CB8AC3E}">
        <p14:creationId xmlns:p14="http://schemas.microsoft.com/office/powerpoint/2010/main" val="202814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fr-CA"/>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7" name="Date Placeholder 6"/>
          <p:cNvSpPr>
            <a:spLocks noGrp="1"/>
          </p:cNvSpPr>
          <p:nvPr>
            <p:ph type="dt" sz="half" idx="10"/>
          </p:nvPr>
        </p:nvSpPr>
        <p:spPr/>
        <p:txBody>
          <a:bodyPr/>
          <a:lstStyle>
            <a:lvl1pPr>
              <a:defRPr/>
            </a:lvl1pPr>
          </a:lstStyle>
          <a:p>
            <a:r>
              <a:rPr lang="en-US" altLang="en-US"/>
              <a:t>Last Updated: /13/2017</a:t>
            </a:r>
          </a:p>
        </p:txBody>
      </p:sp>
      <p:sp>
        <p:nvSpPr>
          <p:cNvPr id="8" name="Footer Placeholder 7"/>
          <p:cNvSpPr>
            <a:spLocks noGrp="1"/>
          </p:cNvSpPr>
          <p:nvPr>
            <p:ph type="ftr" sz="quarter" idx="11"/>
          </p:nvPr>
        </p:nvSpPr>
        <p:spPr/>
        <p:txBody>
          <a:bodyPr/>
          <a:lstStyle>
            <a:lvl1pPr>
              <a:defRPr/>
            </a:lvl1pPr>
          </a:lstStyle>
          <a:p>
            <a:r>
              <a:rPr lang="en-US" altLang="en-US"/>
              <a:t>K. Lorenc - Last updated 2016/08/01</a:t>
            </a:r>
          </a:p>
        </p:txBody>
      </p:sp>
      <p:sp>
        <p:nvSpPr>
          <p:cNvPr id="9" name="Slide Number Placeholder 8"/>
          <p:cNvSpPr>
            <a:spLocks noGrp="1"/>
          </p:cNvSpPr>
          <p:nvPr>
            <p:ph type="sldNum" sz="quarter" idx="12"/>
          </p:nvPr>
        </p:nvSpPr>
        <p:spPr/>
        <p:txBody>
          <a:bodyPr/>
          <a:lstStyle>
            <a:lvl1pPr>
              <a:defRPr/>
            </a:lvl1pPr>
          </a:lstStyle>
          <a:p>
            <a:fld id="{8B8E6009-F30C-4792-BA59-90C6C355A7E2}" type="slidenum">
              <a:rPr lang="en-US" altLang="en-US"/>
              <a:pPr/>
              <a:t>‹#›</a:t>
            </a:fld>
            <a:endParaRPr lang="en-US" altLang="en-US"/>
          </a:p>
        </p:txBody>
      </p:sp>
    </p:spTree>
    <p:extLst>
      <p:ext uri="{BB962C8B-B14F-4D97-AF65-F5344CB8AC3E}">
        <p14:creationId xmlns:p14="http://schemas.microsoft.com/office/powerpoint/2010/main" val="3909847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CA"/>
          </a:p>
        </p:txBody>
      </p:sp>
      <p:sp>
        <p:nvSpPr>
          <p:cNvPr id="3" name="Date Placeholder 2"/>
          <p:cNvSpPr>
            <a:spLocks noGrp="1"/>
          </p:cNvSpPr>
          <p:nvPr>
            <p:ph type="dt" sz="half" idx="10"/>
          </p:nvPr>
        </p:nvSpPr>
        <p:spPr/>
        <p:txBody>
          <a:bodyPr/>
          <a:lstStyle>
            <a:lvl1pPr>
              <a:defRPr/>
            </a:lvl1pPr>
          </a:lstStyle>
          <a:p>
            <a:r>
              <a:rPr lang="en-US" altLang="en-US"/>
              <a:t>Last Updated: /13/2017</a:t>
            </a:r>
          </a:p>
        </p:txBody>
      </p:sp>
      <p:sp>
        <p:nvSpPr>
          <p:cNvPr id="4" name="Footer Placeholder 3"/>
          <p:cNvSpPr>
            <a:spLocks noGrp="1"/>
          </p:cNvSpPr>
          <p:nvPr>
            <p:ph type="ftr" sz="quarter" idx="11"/>
          </p:nvPr>
        </p:nvSpPr>
        <p:spPr/>
        <p:txBody>
          <a:bodyPr/>
          <a:lstStyle>
            <a:lvl1pPr>
              <a:defRPr/>
            </a:lvl1pPr>
          </a:lstStyle>
          <a:p>
            <a:r>
              <a:rPr lang="en-US" altLang="en-US"/>
              <a:t>K. Lorenc - Last updated 2016/08/01</a:t>
            </a:r>
          </a:p>
        </p:txBody>
      </p:sp>
      <p:sp>
        <p:nvSpPr>
          <p:cNvPr id="5" name="Slide Number Placeholder 4"/>
          <p:cNvSpPr>
            <a:spLocks noGrp="1"/>
          </p:cNvSpPr>
          <p:nvPr>
            <p:ph type="sldNum" sz="quarter" idx="12"/>
          </p:nvPr>
        </p:nvSpPr>
        <p:spPr/>
        <p:txBody>
          <a:bodyPr/>
          <a:lstStyle>
            <a:lvl1pPr>
              <a:defRPr/>
            </a:lvl1pPr>
          </a:lstStyle>
          <a:p>
            <a:fld id="{41661A3A-7A37-45E8-86D5-607FD35DD533}" type="slidenum">
              <a:rPr lang="en-US" altLang="en-US"/>
              <a:pPr/>
              <a:t>‹#›</a:t>
            </a:fld>
            <a:endParaRPr lang="en-US" altLang="en-US"/>
          </a:p>
        </p:txBody>
      </p:sp>
    </p:spTree>
    <p:extLst>
      <p:ext uri="{BB962C8B-B14F-4D97-AF65-F5344CB8AC3E}">
        <p14:creationId xmlns:p14="http://schemas.microsoft.com/office/powerpoint/2010/main" val="2394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ltLang="en-US"/>
              <a:t>Last Updated: /13/2017</a:t>
            </a:r>
          </a:p>
        </p:txBody>
      </p:sp>
      <p:sp>
        <p:nvSpPr>
          <p:cNvPr id="3" name="Footer Placeholder 2"/>
          <p:cNvSpPr>
            <a:spLocks noGrp="1"/>
          </p:cNvSpPr>
          <p:nvPr>
            <p:ph type="ftr" sz="quarter" idx="11"/>
          </p:nvPr>
        </p:nvSpPr>
        <p:spPr/>
        <p:txBody>
          <a:bodyPr/>
          <a:lstStyle>
            <a:lvl1pPr>
              <a:defRPr/>
            </a:lvl1pPr>
          </a:lstStyle>
          <a:p>
            <a:r>
              <a:rPr lang="en-US" altLang="en-US"/>
              <a:t>K. Lorenc - Last updated 2016/08/01</a:t>
            </a:r>
          </a:p>
        </p:txBody>
      </p:sp>
      <p:sp>
        <p:nvSpPr>
          <p:cNvPr id="4" name="Slide Number Placeholder 3"/>
          <p:cNvSpPr>
            <a:spLocks noGrp="1"/>
          </p:cNvSpPr>
          <p:nvPr>
            <p:ph type="sldNum" sz="quarter" idx="12"/>
          </p:nvPr>
        </p:nvSpPr>
        <p:spPr/>
        <p:txBody>
          <a:bodyPr/>
          <a:lstStyle>
            <a:lvl1pPr>
              <a:defRPr/>
            </a:lvl1pPr>
          </a:lstStyle>
          <a:p>
            <a:fld id="{C7F36FF5-BCAD-4510-9875-FB90C1B81832}" type="slidenum">
              <a:rPr lang="en-US" altLang="en-US"/>
              <a:pPr/>
              <a:t>‹#›</a:t>
            </a:fld>
            <a:endParaRPr lang="en-US" altLang="en-US"/>
          </a:p>
        </p:txBody>
      </p:sp>
    </p:spTree>
    <p:extLst>
      <p:ext uri="{BB962C8B-B14F-4D97-AF65-F5344CB8AC3E}">
        <p14:creationId xmlns:p14="http://schemas.microsoft.com/office/powerpoint/2010/main" val="4037691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fr-CA"/>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ltLang="en-US"/>
              <a:t>Last Updated: /13/2017</a:t>
            </a:r>
          </a:p>
        </p:txBody>
      </p:sp>
      <p:sp>
        <p:nvSpPr>
          <p:cNvPr id="6" name="Footer Placeholder 5"/>
          <p:cNvSpPr>
            <a:spLocks noGrp="1"/>
          </p:cNvSpPr>
          <p:nvPr>
            <p:ph type="ftr" sz="quarter" idx="11"/>
          </p:nvPr>
        </p:nvSpPr>
        <p:spPr/>
        <p:txBody>
          <a:bodyPr/>
          <a:lstStyle>
            <a:lvl1pPr>
              <a:defRPr/>
            </a:lvl1pPr>
          </a:lstStyle>
          <a:p>
            <a:r>
              <a:rPr lang="en-US" altLang="en-US"/>
              <a:t>K. Lorenc - Last updated 2016/08/01</a:t>
            </a:r>
          </a:p>
        </p:txBody>
      </p:sp>
      <p:sp>
        <p:nvSpPr>
          <p:cNvPr id="7" name="Slide Number Placeholder 6"/>
          <p:cNvSpPr>
            <a:spLocks noGrp="1"/>
          </p:cNvSpPr>
          <p:nvPr>
            <p:ph type="sldNum" sz="quarter" idx="12"/>
          </p:nvPr>
        </p:nvSpPr>
        <p:spPr/>
        <p:txBody>
          <a:bodyPr/>
          <a:lstStyle>
            <a:lvl1pPr>
              <a:defRPr/>
            </a:lvl1pPr>
          </a:lstStyle>
          <a:p>
            <a:fld id="{3AF372DE-DFCE-463E-883A-0D10A1D1375C}" type="slidenum">
              <a:rPr lang="en-US" altLang="en-US"/>
              <a:pPr/>
              <a:t>‹#›</a:t>
            </a:fld>
            <a:endParaRPr lang="en-US" altLang="en-US"/>
          </a:p>
        </p:txBody>
      </p:sp>
    </p:spTree>
    <p:extLst>
      <p:ext uri="{BB962C8B-B14F-4D97-AF65-F5344CB8AC3E}">
        <p14:creationId xmlns:p14="http://schemas.microsoft.com/office/powerpoint/2010/main" val="3182644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fr-CA"/>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ltLang="en-US"/>
              <a:t>Last Updated: /13/2017</a:t>
            </a:r>
          </a:p>
        </p:txBody>
      </p:sp>
      <p:sp>
        <p:nvSpPr>
          <p:cNvPr id="6" name="Footer Placeholder 5"/>
          <p:cNvSpPr>
            <a:spLocks noGrp="1"/>
          </p:cNvSpPr>
          <p:nvPr>
            <p:ph type="ftr" sz="quarter" idx="11"/>
          </p:nvPr>
        </p:nvSpPr>
        <p:spPr/>
        <p:txBody>
          <a:bodyPr/>
          <a:lstStyle>
            <a:lvl1pPr>
              <a:defRPr/>
            </a:lvl1pPr>
          </a:lstStyle>
          <a:p>
            <a:r>
              <a:rPr lang="en-US" altLang="en-US"/>
              <a:t>K. Lorenc - Last updated 2016/08/01</a:t>
            </a:r>
          </a:p>
        </p:txBody>
      </p:sp>
      <p:sp>
        <p:nvSpPr>
          <p:cNvPr id="7" name="Slide Number Placeholder 6"/>
          <p:cNvSpPr>
            <a:spLocks noGrp="1"/>
          </p:cNvSpPr>
          <p:nvPr>
            <p:ph type="sldNum" sz="quarter" idx="12"/>
          </p:nvPr>
        </p:nvSpPr>
        <p:spPr/>
        <p:txBody>
          <a:bodyPr/>
          <a:lstStyle>
            <a:lvl1pPr>
              <a:defRPr/>
            </a:lvl1pPr>
          </a:lstStyle>
          <a:p>
            <a:fld id="{20302623-A846-4089-BB92-FBF6BD789F01}" type="slidenum">
              <a:rPr lang="en-US" altLang="en-US"/>
              <a:pPr/>
              <a:t>‹#›</a:t>
            </a:fld>
            <a:endParaRPr lang="en-US" altLang="en-US"/>
          </a:p>
        </p:txBody>
      </p:sp>
    </p:spTree>
    <p:extLst>
      <p:ext uri="{BB962C8B-B14F-4D97-AF65-F5344CB8AC3E}">
        <p14:creationId xmlns:p14="http://schemas.microsoft.com/office/powerpoint/2010/main" val="272188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p:cNvSpPr>
            <a:spLocks noGrp="1"/>
          </p:cNvSpPr>
          <p:nvPr>
            <p:ph type="dt" sz="half" idx="10"/>
          </p:nvPr>
        </p:nvSpPr>
        <p:spPr/>
        <p:txBody>
          <a:bodyPr/>
          <a:lstStyle>
            <a:lvl1pPr>
              <a:defRPr/>
            </a:lvl1pPr>
          </a:lstStyle>
          <a:p>
            <a:r>
              <a:rPr lang="en-US" altLang="en-US"/>
              <a:t>Last Updated: /13/2017</a:t>
            </a:r>
          </a:p>
        </p:txBody>
      </p:sp>
      <p:sp>
        <p:nvSpPr>
          <p:cNvPr id="5" name="Footer Placeholder 4"/>
          <p:cNvSpPr>
            <a:spLocks noGrp="1"/>
          </p:cNvSpPr>
          <p:nvPr>
            <p:ph type="ftr" sz="quarter" idx="11"/>
          </p:nvPr>
        </p:nvSpPr>
        <p:spPr/>
        <p:txBody>
          <a:bodyPr/>
          <a:lstStyle>
            <a:lvl1pPr>
              <a:defRPr/>
            </a:lvl1pPr>
          </a:lstStyle>
          <a:p>
            <a:r>
              <a:rPr lang="en-US" altLang="en-US"/>
              <a:t>K. Lorenc - Last updated 2016/08/01</a:t>
            </a:r>
          </a:p>
        </p:txBody>
      </p:sp>
      <p:sp>
        <p:nvSpPr>
          <p:cNvPr id="6" name="Slide Number Placeholder 5"/>
          <p:cNvSpPr>
            <a:spLocks noGrp="1"/>
          </p:cNvSpPr>
          <p:nvPr>
            <p:ph type="sldNum" sz="quarter" idx="12"/>
          </p:nvPr>
        </p:nvSpPr>
        <p:spPr/>
        <p:txBody>
          <a:bodyPr/>
          <a:lstStyle>
            <a:lvl1pPr>
              <a:defRPr/>
            </a:lvl1pPr>
          </a:lstStyle>
          <a:p>
            <a:fld id="{994FBCC1-14D5-4A50-8A26-8BC9FBD73019}" type="slidenum">
              <a:rPr lang="en-US" altLang="en-US"/>
              <a:pPr/>
              <a:t>‹#›</a:t>
            </a:fld>
            <a:endParaRPr lang="en-US" altLang="en-US"/>
          </a:p>
        </p:txBody>
      </p:sp>
    </p:spTree>
    <p:extLst>
      <p:ext uri="{BB962C8B-B14F-4D97-AF65-F5344CB8AC3E}">
        <p14:creationId xmlns:p14="http://schemas.microsoft.com/office/powerpoint/2010/main" val="4151919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732462"/>
          </a:xfrm>
        </p:spPr>
        <p:txBody>
          <a:bodyPr vert="eaVert"/>
          <a:lstStyle/>
          <a:p>
            <a:r>
              <a:rPr lang="en-US"/>
              <a:t>Click to edit Master title style</a:t>
            </a:r>
            <a:endParaRPr lang="fr-CA"/>
          </a:p>
        </p:txBody>
      </p:sp>
      <p:sp>
        <p:nvSpPr>
          <p:cNvPr id="3" name="Vertical Text Placeholder 2"/>
          <p:cNvSpPr>
            <a:spLocks noGrp="1"/>
          </p:cNvSpPr>
          <p:nvPr>
            <p:ph type="body" orient="vert" idx="1"/>
          </p:nvPr>
        </p:nvSpPr>
        <p:spPr>
          <a:xfrm>
            <a:off x="457200" y="274638"/>
            <a:ext cx="6019800" cy="57324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p:cNvSpPr>
            <a:spLocks noGrp="1"/>
          </p:cNvSpPr>
          <p:nvPr>
            <p:ph type="dt" sz="half" idx="10"/>
          </p:nvPr>
        </p:nvSpPr>
        <p:spPr/>
        <p:txBody>
          <a:bodyPr/>
          <a:lstStyle>
            <a:lvl1pPr>
              <a:defRPr/>
            </a:lvl1pPr>
          </a:lstStyle>
          <a:p>
            <a:r>
              <a:rPr lang="en-US" altLang="en-US"/>
              <a:t>Last Updated: /13/2017</a:t>
            </a:r>
          </a:p>
        </p:txBody>
      </p:sp>
      <p:sp>
        <p:nvSpPr>
          <p:cNvPr id="5" name="Footer Placeholder 4"/>
          <p:cNvSpPr>
            <a:spLocks noGrp="1"/>
          </p:cNvSpPr>
          <p:nvPr>
            <p:ph type="ftr" sz="quarter" idx="11"/>
          </p:nvPr>
        </p:nvSpPr>
        <p:spPr/>
        <p:txBody>
          <a:bodyPr/>
          <a:lstStyle>
            <a:lvl1pPr>
              <a:defRPr/>
            </a:lvl1pPr>
          </a:lstStyle>
          <a:p>
            <a:r>
              <a:rPr lang="en-US" altLang="en-US"/>
              <a:t>K. Lorenc - Last updated 2016/08/01</a:t>
            </a:r>
          </a:p>
        </p:txBody>
      </p:sp>
      <p:sp>
        <p:nvSpPr>
          <p:cNvPr id="6" name="Slide Number Placeholder 5"/>
          <p:cNvSpPr>
            <a:spLocks noGrp="1"/>
          </p:cNvSpPr>
          <p:nvPr>
            <p:ph type="sldNum" sz="quarter" idx="12"/>
          </p:nvPr>
        </p:nvSpPr>
        <p:spPr/>
        <p:txBody>
          <a:bodyPr/>
          <a:lstStyle>
            <a:lvl1pPr>
              <a:defRPr/>
            </a:lvl1pPr>
          </a:lstStyle>
          <a:p>
            <a:fld id="{B805C5C2-F32B-42DD-A415-41F08C62EFCE}" type="slidenum">
              <a:rPr lang="en-US" altLang="en-US"/>
              <a:pPr/>
              <a:t>‹#›</a:t>
            </a:fld>
            <a:endParaRPr lang="en-US" altLang="en-US"/>
          </a:p>
        </p:txBody>
      </p:sp>
    </p:spTree>
    <p:extLst>
      <p:ext uri="{BB962C8B-B14F-4D97-AF65-F5344CB8AC3E}">
        <p14:creationId xmlns:p14="http://schemas.microsoft.com/office/powerpoint/2010/main" val="4199819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12"/>
          <p:cNvSpPr>
            <a:spLocks/>
          </p:cNvSpPr>
          <p:nvPr/>
        </p:nvSpPr>
        <p:spPr bwMode="auto">
          <a:xfrm>
            <a:off x="500063" y="5945188"/>
            <a:ext cx="4940300" cy="920750"/>
          </a:xfrm>
          <a:custGeom>
            <a:avLst/>
            <a:gdLst>
              <a:gd name="T0" fmla="*/ 0 w 7485"/>
              <a:gd name="T1" fmla="*/ 2 h 337"/>
              <a:gd name="T2" fmla="*/ 7485 w 7485"/>
              <a:gd name="T3" fmla="*/ 337 h 337"/>
              <a:gd name="T4" fmla="*/ 5558 w 7485"/>
              <a:gd name="T5" fmla="*/ 337 h 337"/>
              <a:gd name="T6" fmla="*/ 1 w 7485"/>
              <a:gd name="T7" fmla="*/ 0 h 337"/>
            </a:gdLst>
            <a:ahLst/>
            <a:cxnLst>
              <a:cxn ang="0">
                <a:pos x="T0" y="T1"/>
              </a:cxn>
              <a:cxn ang="0">
                <a:pos x="T2" y="T3"/>
              </a:cxn>
              <a:cxn ang="0">
                <a:pos x="T4" y="T5"/>
              </a:cxn>
              <a:cxn ang="0">
                <a:pos x="T6" y="T7"/>
              </a:cxn>
            </a:cxnLst>
            <a:rect l="0" t="0" r="r" b="b"/>
            <a:pathLst>
              <a:path w="7485" h="337">
                <a:moveTo>
                  <a:pt x="0" y="2"/>
                </a:moveTo>
                <a:lnTo>
                  <a:pt x="7485" y="337"/>
                </a:lnTo>
                <a:lnTo>
                  <a:pt x="5558" y="337"/>
                </a:lnTo>
                <a:lnTo>
                  <a:pt x="1" y="0"/>
                </a:lnTo>
              </a:path>
            </a:pathLst>
          </a:custGeom>
          <a:solidFill>
            <a:srgbClr val="9FCBDC">
              <a:alpha val="39999"/>
            </a:srgbClr>
          </a:soli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altLang="en-US">
              <a:latin typeface="Lucida Sans Unicode" panose="020B0602030504020204" pitchFamily="34" charset="0"/>
            </a:endParaRPr>
          </a:p>
        </p:txBody>
      </p:sp>
      <p:sp>
        <p:nvSpPr>
          <p:cNvPr id="1027" name="Freeform 11"/>
          <p:cNvSpPr>
            <a:spLocks/>
          </p:cNvSpPr>
          <p:nvPr/>
        </p:nvSpPr>
        <p:spPr bwMode="auto">
          <a:xfrm>
            <a:off x="485775" y="5938838"/>
            <a:ext cx="3690938" cy="933450"/>
          </a:xfrm>
          <a:custGeom>
            <a:avLst/>
            <a:gdLst>
              <a:gd name="T0" fmla="*/ 0 w 5591"/>
              <a:gd name="T1" fmla="*/ 0 h 588"/>
              <a:gd name="T2" fmla="*/ 5591 w 5591"/>
              <a:gd name="T3" fmla="*/ 585 h 588"/>
              <a:gd name="T4" fmla="*/ 4415 w 5591"/>
              <a:gd name="T5" fmla="*/ 588 h 588"/>
              <a:gd name="T6" fmla="*/ 12 w 5591"/>
              <a:gd name="T7" fmla="*/ 4 h 588"/>
            </a:gdLst>
            <a:ahLst/>
            <a:cxnLst>
              <a:cxn ang="0">
                <a:pos x="T0" y="T1"/>
              </a:cxn>
              <a:cxn ang="0">
                <a:pos x="T2" y="T3"/>
              </a:cxn>
              <a:cxn ang="0">
                <a:pos x="T4" y="T5"/>
              </a:cxn>
              <a:cxn ang="0">
                <a:pos x="T6" y="T7"/>
              </a:cxn>
            </a:cxnLst>
            <a:rect l="0" t="0" r="r" b="b"/>
            <a:pathLst>
              <a:path w="5591" h="588">
                <a:moveTo>
                  <a:pt x="0" y="0"/>
                </a:moveTo>
                <a:lnTo>
                  <a:pt x="5591" y="585"/>
                </a:lnTo>
                <a:lnTo>
                  <a:pt x="4415" y="588"/>
                </a:lnTo>
                <a:lnTo>
                  <a:pt x="12" y="4"/>
                </a:lnTo>
              </a:path>
            </a:pathLst>
          </a:custGeom>
          <a:solidFill>
            <a:srgbClr val="000000"/>
          </a:soli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altLang="en-US">
              <a:latin typeface="Lucida Sans Unicode" panose="020B0602030504020204" pitchFamily="34" charset="0"/>
            </a:endParaRPr>
          </a:p>
        </p:txBody>
      </p:sp>
      <p:sp>
        <p:nvSpPr>
          <p:cNvPr id="1028" name="Right Triangle 13"/>
          <p:cNvSpPr>
            <a:spLocks noChangeArrowheads="1"/>
          </p:cNvSpPr>
          <p:nvPr/>
        </p:nvSpPr>
        <p:spPr bwMode="auto">
          <a:xfrm>
            <a:off x="-6350" y="5791200"/>
            <a:ext cx="3402013" cy="1081088"/>
          </a:xfrm>
          <a:prstGeom prst="rtTriangle">
            <a:avLst/>
          </a:prstGeom>
          <a:blipFill dpi="0" rotWithShape="0">
            <a:blip r:embed="rId13">
              <a:alphaModFix amt="50000"/>
            </a:blip>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12700" cap="rnd" cmpd="thickThin" algn="ctr">
                <a:solidFill>
                  <a:srgbClr val="000000"/>
                </a:solidFill>
                <a:prstDash val="solid"/>
                <a:round/>
                <a:headEnd type="none" w="med" len="med"/>
                <a:tailEnd type="none" w="med" len="med"/>
              </a14:hiddenLine>
            </a:ext>
          </a:extLst>
        </p:spPr>
        <p:txBody>
          <a:bodyPr anchor="ctr"/>
          <a:lstStyle/>
          <a:p>
            <a:pPr algn="ctr" eaLnBrk="0" hangingPunct="0"/>
            <a:endParaRPr lang="en-US" altLang="en-US"/>
          </a:p>
        </p:txBody>
      </p:sp>
      <p:sp>
        <p:nvSpPr>
          <p:cNvPr id="1029" name="Straight Connector 14"/>
          <p:cNvSpPr>
            <a:spLocks noChangeShapeType="1"/>
          </p:cNvSpPr>
          <p:nvPr/>
        </p:nvSpPr>
        <p:spPr bwMode="auto">
          <a:xfrm>
            <a:off x="-9525" y="5788025"/>
            <a:ext cx="3405188" cy="10842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065" cap="flat" algn="ctr">
                <a:solidFill>
                  <a:srgbClr val="000000"/>
                </a:solidFill>
                <a:prstDash val="solid"/>
                <a:round/>
                <a:headEnd type="none" w="med" len="med"/>
                <a:tailEnd type="none" w="med" len="med"/>
              </a14:hiddenLine>
            </a:ext>
          </a:extLst>
        </p:spPr>
        <p:txBody>
          <a:bodyPr/>
          <a:lstStyle/>
          <a:p>
            <a:endParaRPr lang="fr-CA"/>
          </a:p>
        </p:txBody>
      </p:sp>
      <p:sp>
        <p:nvSpPr>
          <p:cNvPr id="1030" name="Title Placeholder 8"/>
          <p:cNvSpPr>
            <a:spLocks noGrp="1" noChangeArrowheads="1"/>
          </p:cNvSpPr>
          <p:nvPr>
            <p:ph type="title"/>
          </p:nvPr>
        </p:nvSpPr>
        <p:spPr bwMode="auto">
          <a:xfrm>
            <a:off x="457200" y="274638"/>
            <a:ext cx="5290319"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1" name="Text Placeholder 29"/>
          <p:cNvSpPr>
            <a:spLocks noGrp="1" noChangeArrowheads="1"/>
          </p:cNvSpPr>
          <p:nvPr>
            <p:ph type="body" idx="1"/>
          </p:nvPr>
        </p:nvSpPr>
        <p:spPr bwMode="auto">
          <a:xfrm>
            <a:off x="457200" y="1481138"/>
            <a:ext cx="8229600"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2" name="Date Placeholder 9"/>
          <p:cNvSpPr>
            <a:spLocks noGrp="1" noChangeArrowheads="1"/>
          </p:cNvSpPr>
          <p:nvPr>
            <p:ph type="dt" sz="half" idx="2"/>
          </p:nvPr>
        </p:nvSpPr>
        <p:spPr bwMode="auto">
          <a:xfrm>
            <a:off x="6727825" y="6408738"/>
            <a:ext cx="1919288"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000">
                <a:latin typeface="+mn-lt"/>
              </a:defRPr>
            </a:lvl1pPr>
          </a:lstStyle>
          <a:p>
            <a:r>
              <a:rPr lang="en-US" altLang="en-US"/>
              <a:t>Last Updated: /13/2017</a:t>
            </a:r>
          </a:p>
        </p:txBody>
      </p:sp>
      <p:sp>
        <p:nvSpPr>
          <p:cNvPr id="1033" name="Footer Placeholder 21"/>
          <p:cNvSpPr>
            <a:spLocks noGrp="1" noChangeArrowheads="1"/>
          </p:cNvSpPr>
          <p:nvPr>
            <p:ph type="ftr" sz="quarter" idx="3"/>
          </p:nvPr>
        </p:nvSpPr>
        <p:spPr bwMode="auto">
          <a:xfrm>
            <a:off x="4176713" y="6408738"/>
            <a:ext cx="2554287"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000">
                <a:latin typeface="+mn-lt"/>
              </a:defRPr>
            </a:lvl1pPr>
          </a:lstStyle>
          <a:p>
            <a:r>
              <a:rPr lang="en-US" altLang="en-US" dirty="0"/>
              <a:t>K. </a:t>
            </a:r>
            <a:r>
              <a:rPr lang="en-US" altLang="en-US" dirty="0" err="1"/>
              <a:t>Lorenc</a:t>
            </a:r>
            <a:r>
              <a:rPr lang="en-US" altLang="en-US" dirty="0"/>
              <a:t> - Last updated 2016/08/01</a:t>
            </a:r>
          </a:p>
        </p:txBody>
      </p:sp>
      <p:sp>
        <p:nvSpPr>
          <p:cNvPr id="1034" name="Slide Number Placeholder 17"/>
          <p:cNvSpPr>
            <a:spLocks noGrp="1" noChangeArrowheads="1"/>
          </p:cNvSpPr>
          <p:nvPr>
            <p:ph type="sldNum" sz="quarter" idx="4"/>
          </p:nvPr>
        </p:nvSpPr>
        <p:spPr bwMode="auto">
          <a:xfrm>
            <a:off x="8647113" y="6408738"/>
            <a:ext cx="366712"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000">
                <a:latin typeface="+mn-lt"/>
              </a:defRPr>
            </a:lvl1pPr>
          </a:lstStyle>
          <a:p>
            <a:fld id="{3DE480D3-1C8B-4472-8D75-BE411CEB099A}" type="slidenum">
              <a:rPr lang="en-US" altLang="en-US"/>
              <a:pPr/>
              <a:t>‹#›</a:t>
            </a:fld>
            <a:endParaRPr lang="en-US" altLang="en-US"/>
          </a:p>
        </p:txBody>
      </p:sp>
      <p:pic>
        <p:nvPicPr>
          <p:cNvPr id="2" name="Picture 1"/>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5747519" y="274638"/>
            <a:ext cx="3082950" cy="958517"/>
          </a:xfrm>
          <a:prstGeom prst="rect">
            <a:avLst/>
          </a:prstGeom>
        </p:spPr>
      </p:pic>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sldNum="0" hdr="0" dt="0"/>
  <p:txStyles>
    <p:titleStyle>
      <a:lvl1pPr algn="l" rtl="0" eaLnBrk="0" fontAlgn="base" hangingPunct="0">
        <a:spcBef>
          <a:spcPct val="0"/>
        </a:spcBef>
        <a:spcAft>
          <a:spcPct val="0"/>
        </a:spcAft>
        <a:defRPr sz="4100" b="1" kern="12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2pPr>
      <a:lvl3pPr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3pPr>
      <a:lvl4pPr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4pPr>
      <a:lvl5pPr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5pPr>
      <a:lvl6pPr marL="457200"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6pPr>
      <a:lvl7pPr marL="914400"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7pPr>
      <a:lvl8pPr marL="1371600"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8pPr>
      <a:lvl9pPr marL="1828800"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9pPr>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SzPct val="68000"/>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SzPct val="100000"/>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SzPct val="100000"/>
        <a:buFont typeface="Wingdings 2" panose="05020102010507070707" pitchFamily="18" charset="2"/>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Examples/thinking-inside-the-box-borderless.html"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Examples/thinking-inside-the-box.htm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Examples/using-external-css.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Examples/using-internal-css.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Examples/css-selectors.html"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Examples/cascade.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Examples/inheritance.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browsershots.org/"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hyperlink" Target="../Examples/exampl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2" name="Title 1"/>
          <p:cNvSpPr>
            <a:spLocks noGrp="1" noChangeArrowheads="1"/>
          </p:cNvSpPr>
          <p:nvPr>
            <p:ph type="ctrTitle"/>
          </p:nvPr>
        </p:nvSpPr>
        <p:spPr>
          <a:ln/>
        </p:spPr>
        <p:txBody>
          <a:bodyPr anchor="t"/>
          <a:lstStyle/>
          <a:p>
            <a:pPr algn="ctr" eaLnBrk="1" hangingPunct="1"/>
            <a:r>
              <a:rPr lang="en-US" altLang="en-US" sz="4800" dirty="0">
                <a:solidFill>
                  <a:schemeClr val="tx1"/>
                </a:solidFill>
                <a:latin typeface="Arial" panose="020B0604020202020204" pitchFamily="34" charset="0"/>
              </a:rPr>
              <a:t>Introduction to CSS</a:t>
            </a:r>
            <a:br>
              <a:rPr lang="en-US" altLang="en-US" sz="4800" dirty="0">
                <a:solidFill>
                  <a:schemeClr val="tx1"/>
                </a:solidFill>
                <a:latin typeface="Arial" panose="020B0604020202020204" pitchFamily="34" charset="0"/>
              </a:rPr>
            </a:br>
            <a:endParaRPr lang="en-US" altLang="en-US" sz="4800" dirty="0">
              <a:solidFill>
                <a:schemeClr val="tx1"/>
              </a:solidFill>
              <a:latin typeface="Arial" panose="020B0604020202020204" pitchFamily="34" charset="0"/>
            </a:endParaRPr>
          </a:p>
        </p:txBody>
      </p:sp>
      <p:sp>
        <p:nvSpPr>
          <p:cNvPr id="2063" name="Subtitle 2"/>
          <p:cNvSpPr>
            <a:spLocks noGrp="1" noChangeArrowheads="1"/>
          </p:cNvSpPr>
          <p:nvPr>
            <p:ph type="subTitle" idx="1"/>
          </p:nvPr>
        </p:nvSpPr>
        <p:spPr>
          <a:ln/>
        </p:spPr>
        <p:txBody>
          <a:bodyPr/>
          <a:lstStyle/>
          <a:p>
            <a:pPr marL="0" indent="0" algn="r" eaLnBrk="1" hangingPunct="1">
              <a:lnSpc>
                <a:spcPct val="80000"/>
              </a:lnSpc>
              <a:buFont typeface="Wingdings 3" panose="05040102010807070707" pitchFamily="18" charset="2"/>
              <a:buNone/>
            </a:pPr>
            <a:endParaRPr lang="en-US" altLang="en-US" sz="1900">
              <a:solidFill>
                <a:schemeClr val="tx2"/>
              </a:solidFill>
              <a:latin typeface="Arial" panose="020B0604020202020204" pitchFamily="34" charset="0"/>
            </a:endParaRPr>
          </a:p>
          <a:p>
            <a:pPr marL="0" indent="0" algn="r" eaLnBrk="1" hangingPunct="1">
              <a:lnSpc>
                <a:spcPct val="80000"/>
              </a:lnSpc>
              <a:buFont typeface="Wingdings 3" panose="05040102010807070707" pitchFamily="18" charset="2"/>
              <a:buNone/>
            </a:pPr>
            <a:endParaRPr lang="en-US" altLang="en-US" sz="1900">
              <a:solidFill>
                <a:schemeClr val="tx2"/>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067" name="Content Placeholder 1"/>
          <p:cNvSpPr>
            <a:spLocks noGrp="1" noChangeArrowheads="1"/>
          </p:cNvSpPr>
          <p:nvPr>
            <p:ph idx="4294967295"/>
          </p:nvPr>
        </p:nvSpPr>
        <p:spPr>
          <a:xfrm>
            <a:off x="457200" y="1066800"/>
            <a:ext cx="8229600" cy="4940300"/>
          </a:xfrm>
          <a:ln/>
        </p:spPr>
        <p:txBody>
          <a:bodyPr/>
          <a:lstStyle/>
          <a:p>
            <a:pPr marL="508000" indent="-400050"/>
            <a:endParaRPr lang="en-US" altLang="en-US" sz="2000"/>
          </a:p>
          <a:p>
            <a:pPr marL="508000" indent="-400050"/>
            <a:r>
              <a:rPr lang="en-US" altLang="en-US" sz="2000"/>
              <a:t>Creative control over the layout and design of your web page.</a:t>
            </a:r>
          </a:p>
          <a:p>
            <a:pPr marL="508000" indent="-400050"/>
            <a:endParaRPr lang="en-US" altLang="en-US" sz="2000"/>
          </a:p>
          <a:p>
            <a:pPr marL="508000" indent="-400050"/>
            <a:r>
              <a:rPr lang="en-US" altLang="en-US" sz="2000"/>
              <a:t>CSS works with HTML but is NOT HTML.</a:t>
            </a:r>
          </a:p>
          <a:p>
            <a:pPr marL="508000" indent="-400050"/>
            <a:endParaRPr lang="en-US" altLang="en-US" sz="2000"/>
          </a:p>
          <a:p>
            <a:pPr marL="508000" indent="-400050"/>
            <a:r>
              <a:rPr lang="en-US" altLang="en-US" sz="2000"/>
              <a:t>CSS works with the web browser to make HTML look good</a:t>
            </a:r>
          </a:p>
          <a:p>
            <a:pPr marL="508000" indent="-400050"/>
            <a:endParaRPr lang="en-US" altLang="en-US" sz="2000"/>
          </a:p>
          <a:p>
            <a:pPr marL="508000" indent="-400050"/>
            <a:r>
              <a:rPr lang="en-US" altLang="en-US" sz="2000"/>
              <a:t>Arrange images, create columns and banners, highlight text, etc…</a:t>
            </a:r>
          </a:p>
          <a:p>
            <a:pPr marL="508000" indent="-400050"/>
            <a:endParaRPr lang="en-US" altLang="en-US" sz="2000"/>
          </a:p>
          <a:p>
            <a:pPr marL="508000" indent="-400050"/>
            <a:r>
              <a:rPr lang="en-US" altLang="en-US" sz="2000"/>
              <a:t>CSS is all about changing and improving the appearance of HTML</a:t>
            </a:r>
          </a:p>
          <a:p>
            <a:pPr marL="508000" indent="-400050"/>
            <a:endParaRPr lang="en-US" altLang="en-US" sz="2000" b="1"/>
          </a:p>
          <a:p>
            <a:pPr marL="508000" indent="-400050" eaLnBrk="1" hangingPunct="1">
              <a:buFont typeface="Wingdings 3" panose="05040102010807070707" pitchFamily="18" charset="2"/>
              <a:buNone/>
            </a:pPr>
            <a:endParaRPr lang="en-US" altLang="en-US" sz="1400"/>
          </a:p>
          <a:p>
            <a:pPr marL="508000" indent="-400050" eaLnBrk="1" hangingPunct="1">
              <a:buFont typeface="Lucida Sans Unicode" panose="020B0602030504020204" pitchFamily="34" charset="0"/>
              <a:buAutoNum type="arabicPeriod"/>
            </a:pPr>
            <a:endParaRPr lang="en-US" altLang="en-US" sz="1400"/>
          </a:p>
        </p:txBody>
      </p:sp>
      <p:sp>
        <p:nvSpPr>
          <p:cNvPr id="2068"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solidFill>
                  <a:schemeClr val="tx1"/>
                </a:solidFill>
                <a:latin typeface="Arial" panose="020B0604020202020204" pitchFamily="34" charset="0"/>
              </a:rPr>
              <a:t>What is CSS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dirty="0"/>
              <a:t>K. </a:t>
            </a:r>
            <a:r>
              <a:rPr lang="en-US" altLang="en-US" dirty="0" err="1"/>
              <a:t>Lorenc</a:t>
            </a:r>
            <a:r>
              <a:rPr lang="en-US" altLang="en-US" dirty="0"/>
              <a:t> - Last updated 2016/08/01</a:t>
            </a:r>
          </a:p>
        </p:txBody>
      </p:sp>
      <p:sp>
        <p:nvSpPr>
          <p:cNvPr id="2072" name="Content Placeholder 1"/>
          <p:cNvSpPr>
            <a:spLocks noGrp="1" noChangeArrowheads="1"/>
          </p:cNvSpPr>
          <p:nvPr>
            <p:ph idx="4294967295"/>
          </p:nvPr>
        </p:nvSpPr>
        <p:spPr>
          <a:xfrm>
            <a:off x="457200" y="1066800"/>
            <a:ext cx="8229600" cy="4648200"/>
          </a:xfrm>
          <a:ln/>
        </p:spPr>
        <p:txBody>
          <a:bodyPr/>
          <a:lstStyle/>
          <a:p>
            <a:pPr marL="111125" indent="-1588" eaLnBrk="1" hangingPunct="1"/>
            <a:endParaRPr lang="en-US" altLang="en-US" sz="2000" dirty="0"/>
          </a:p>
          <a:p>
            <a:pPr marL="111125" indent="-1588">
              <a:buFont typeface="Wingdings 3" panose="05040102010807070707" pitchFamily="18" charset="2"/>
              <a:buNone/>
            </a:pPr>
            <a:endParaRPr lang="en-US" altLang="en-US" sz="2000" dirty="0"/>
          </a:p>
          <a:p>
            <a:pPr marL="111125" indent="-1588">
              <a:buFont typeface="Wingdings 3" panose="05040102010807070707" pitchFamily="18" charset="2"/>
              <a:buNone/>
            </a:pPr>
            <a:endParaRPr lang="en-US" altLang="en-US" sz="2000" dirty="0"/>
          </a:p>
          <a:p>
            <a:pPr marL="111125" indent="-1588">
              <a:buFont typeface="Wingdings 3" panose="05040102010807070707" pitchFamily="18" charset="2"/>
              <a:buNone/>
            </a:pPr>
            <a:r>
              <a:rPr lang="en-US" altLang="en-US" sz="2000" dirty="0"/>
              <a:t>There are basically 3 ways to insert CSS	</a:t>
            </a:r>
          </a:p>
          <a:p>
            <a:pPr marL="111125" indent="-1588">
              <a:buFont typeface="Wingdings 3" panose="05040102010807070707" pitchFamily="18" charset="2"/>
              <a:buNone/>
            </a:pPr>
            <a:r>
              <a:rPr lang="en-US" altLang="en-US" sz="2000" dirty="0"/>
              <a:t>		</a:t>
            </a:r>
          </a:p>
          <a:p>
            <a:pPr marL="111125" indent="-1588"/>
            <a:r>
              <a:rPr lang="en-US" altLang="en-US" sz="2000" dirty="0"/>
              <a:t>External style sheet</a:t>
            </a:r>
          </a:p>
          <a:p>
            <a:pPr marL="111125" indent="-1588"/>
            <a:r>
              <a:rPr lang="en-US" altLang="en-US" sz="2000" dirty="0"/>
              <a:t>Internal style sheet</a:t>
            </a:r>
          </a:p>
          <a:p>
            <a:pPr marL="111125" indent="-1588"/>
            <a:r>
              <a:rPr lang="en-US" altLang="en-US" sz="2000" dirty="0"/>
              <a:t>Inline style</a:t>
            </a:r>
          </a:p>
          <a:p>
            <a:pPr marL="111125" indent="-1588"/>
            <a:endParaRPr lang="en-US" altLang="en-US" sz="2000" dirty="0"/>
          </a:p>
          <a:p>
            <a:pPr marL="111125" indent="-1588">
              <a:buFont typeface="Wingdings 3" panose="05040102010807070707" pitchFamily="18" charset="2"/>
              <a:buNone/>
            </a:pPr>
            <a:r>
              <a:rPr lang="en-US" altLang="en-US" sz="2000" dirty="0"/>
              <a:t>We will be focusing on external style sheets.</a:t>
            </a:r>
          </a:p>
          <a:p>
            <a:pPr marL="111125" indent="-1588"/>
            <a:endParaRPr lang="en-US" altLang="en-US" sz="2000" dirty="0"/>
          </a:p>
          <a:p>
            <a:pPr marL="111125" indent="-1588" eaLnBrk="1" hangingPunct="1"/>
            <a:endParaRPr lang="en-US" altLang="en-US" sz="2000" dirty="0"/>
          </a:p>
        </p:txBody>
      </p:sp>
      <p:sp>
        <p:nvSpPr>
          <p:cNvPr id="2073"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t>How To Insert CSS</a:t>
            </a:r>
            <a:endParaRPr lang="en-US" altLang="en-US" sz="2800">
              <a:solidFill>
                <a:schemeClr val="tx1"/>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 name="Title 2"/>
          <p:cNvSpPr>
            <a:spLocks noGrp="1" noChangeArrowheads="1"/>
          </p:cNvSpPr>
          <p:nvPr>
            <p:ph type="title"/>
          </p:nvPr>
        </p:nvSpPr>
        <p:spPr>
          <a:ln/>
        </p:spPr>
        <p:txBody>
          <a:bodyPr/>
          <a:lstStyle/>
          <a:p>
            <a:pPr eaLnBrk="1" hangingPunct="1"/>
            <a:r>
              <a:rPr lang="en-US" altLang="en-US" sz="2800">
                <a:solidFill>
                  <a:schemeClr val="tx1"/>
                </a:solidFill>
                <a:latin typeface="Arial" panose="020B0604020202020204" pitchFamily="34" charset="0"/>
              </a:rPr>
              <a:t>Understanding CSS</a:t>
            </a:r>
          </a:p>
        </p:txBody>
      </p:sp>
      <p:sp>
        <p:nvSpPr>
          <p:cNvPr id="2077" name="Content Placeholder 1"/>
          <p:cNvSpPr>
            <a:spLocks noGrp="1" noChangeArrowheads="1"/>
          </p:cNvSpPr>
          <p:nvPr>
            <p:ph idx="1"/>
          </p:nvPr>
        </p:nvSpPr>
        <p:spPr>
          <a:ln/>
        </p:spPr>
        <p:txBody>
          <a:bodyPr/>
          <a:lstStyle/>
          <a:p>
            <a:pPr marL="107950" indent="0"/>
            <a:r>
              <a:rPr lang="en-US" altLang="en-US" sz="1600" dirty="0"/>
              <a:t>The key to understanding how CSS works is to imagine that there is an invisible box around every HTML element.</a:t>
            </a:r>
          </a:p>
          <a:p>
            <a:pPr marL="107950" indent="0"/>
            <a:endParaRPr lang="en-US" altLang="en-US" sz="1600" dirty="0"/>
          </a:p>
          <a:p>
            <a:pPr marL="107950" indent="0"/>
            <a:r>
              <a:rPr lang="en-US" altLang="en-US" sz="1600" dirty="0"/>
              <a:t>CSS allows you to create rules that control the way that each individual box (and the contents of that box) is presented</a:t>
            </a:r>
          </a:p>
          <a:p>
            <a:pPr marL="107950" indent="0"/>
            <a:endParaRPr lang="en-US" altLang="en-US" sz="1600" dirty="0"/>
          </a:p>
          <a:p>
            <a:pPr marL="107950" indent="0"/>
            <a:r>
              <a:rPr lang="en-US" altLang="en-US" sz="1600" dirty="0"/>
              <a:t>In the example on the next slide, block level elements are shown with red borders, and inline elements have green borders.</a:t>
            </a:r>
          </a:p>
          <a:p>
            <a:pPr marL="107950" indent="0"/>
            <a:endParaRPr lang="en-US" altLang="en-US" sz="1600" b="1" dirty="0"/>
          </a:p>
          <a:p>
            <a:pPr marL="107950" indent="0"/>
            <a:r>
              <a:rPr lang="en-US" altLang="en-US" sz="1600" dirty="0"/>
              <a:t>The </a:t>
            </a:r>
            <a:r>
              <a:rPr lang="en-US" altLang="en-US" sz="1600" b="1" dirty="0"/>
              <a:t>&lt;body&gt; </a:t>
            </a:r>
            <a:r>
              <a:rPr lang="en-US" altLang="en-US" sz="1600" dirty="0"/>
              <a:t>element creates the first box, then the </a:t>
            </a:r>
            <a:r>
              <a:rPr lang="en-US" altLang="en-US" sz="1600" b="1" dirty="0"/>
              <a:t>&lt;h1&gt;</a:t>
            </a:r>
            <a:r>
              <a:rPr lang="en-US" altLang="en-US" sz="1600" dirty="0"/>
              <a:t>, </a:t>
            </a:r>
            <a:r>
              <a:rPr lang="en-US" altLang="en-US" sz="1600" b="1" dirty="0"/>
              <a:t>&lt;h2&gt;</a:t>
            </a:r>
            <a:r>
              <a:rPr lang="en-US" altLang="en-US" sz="1600" dirty="0"/>
              <a:t>, </a:t>
            </a:r>
            <a:r>
              <a:rPr lang="en-US" altLang="en-US" sz="1600" b="1" dirty="0"/>
              <a:t>&lt;p&gt;</a:t>
            </a:r>
            <a:r>
              <a:rPr lang="en-US" altLang="en-US" sz="1600" dirty="0"/>
              <a:t>, </a:t>
            </a:r>
            <a:r>
              <a:rPr lang="en-US" altLang="en-US" sz="1600" b="1" dirty="0"/>
              <a:t>&lt;</a:t>
            </a:r>
            <a:r>
              <a:rPr lang="en-US" altLang="en-US" sz="1600" b="1" dirty="0" err="1"/>
              <a:t>i</a:t>
            </a:r>
            <a:r>
              <a:rPr lang="en-US" altLang="en-US" sz="1600" b="1" dirty="0"/>
              <a:t>&gt;</a:t>
            </a:r>
            <a:r>
              <a:rPr lang="en-US" altLang="en-US" sz="1600" dirty="0"/>
              <a:t>, and </a:t>
            </a:r>
            <a:r>
              <a:rPr lang="en-US" altLang="en-US" sz="1600" b="1" dirty="0"/>
              <a:t>&lt;a&gt; </a:t>
            </a:r>
            <a:r>
              <a:rPr lang="en-US" altLang="en-US" sz="1600" dirty="0"/>
              <a:t>elements each create their own boxes within it.</a:t>
            </a:r>
          </a:p>
          <a:p>
            <a:pPr marL="107950" indent="0"/>
            <a:endParaRPr lang="en-US" altLang="en-US" sz="1600" dirty="0"/>
          </a:p>
          <a:p>
            <a:pPr marL="107950" indent="0"/>
            <a:r>
              <a:rPr lang="en-US" altLang="en-US" sz="1600" dirty="0"/>
              <a:t>Using CSS, you could add a border around any of the boxes, specify its width and height, or add a background color.</a:t>
            </a:r>
          </a:p>
          <a:p>
            <a:pPr marL="107950" indent="0"/>
            <a:endParaRPr lang="en-US" altLang="en-US" sz="1600" dirty="0"/>
          </a:p>
          <a:p>
            <a:pPr marL="107950" indent="0"/>
            <a:r>
              <a:rPr lang="en-US" altLang="en-US" sz="1600" dirty="0"/>
              <a:t>You could also control text inside a box — for example, its color, size, and the typeface used.</a:t>
            </a:r>
          </a:p>
          <a:p>
            <a:pPr marL="107950" indent="0" eaLnBrk="1" hangingPunct="1">
              <a:buFont typeface="Wingdings 3" panose="05040102010807070707" pitchFamily="18" charset="2"/>
              <a:buNone/>
            </a:pPr>
            <a:endParaRPr lang="en-US" altLang="en-US" sz="1600" dirty="0"/>
          </a:p>
          <a:p>
            <a:pPr marL="366713" lvl="1" indent="-1588" eaLnBrk="1" hangingPunct="1">
              <a:buFont typeface="Verdana" panose="020B0604030504040204" pitchFamily="34" charset="0"/>
              <a:buNone/>
            </a:pPr>
            <a:endParaRPr lang="en-US" altLang="en-US" sz="1600" dirty="0"/>
          </a:p>
          <a:p>
            <a:pPr marL="366713" lvl="1" indent="-1588" eaLnBrk="1" hangingPunct="1">
              <a:buFont typeface="Verdana" panose="020B0604030504040204" pitchFamily="34" charset="0"/>
              <a:buNone/>
            </a:pPr>
            <a:r>
              <a:rPr lang="en-US" altLang="en-US" sz="1600" dirty="0"/>
              <a:t> </a:t>
            </a:r>
          </a:p>
          <a:p>
            <a:pPr marL="366713" lvl="1" indent="-1588" eaLnBrk="1" hangingPunct="1">
              <a:buFont typeface="Verdana" panose="020B0604030504040204" pitchFamily="34" charset="0"/>
              <a:buNone/>
            </a:pPr>
            <a:endParaRPr lang="en-US" altLang="en-US" sz="1600" dirty="0"/>
          </a:p>
          <a:p>
            <a:pPr marL="366713" lvl="1" indent="-1588" eaLnBrk="1" hangingPunct="1">
              <a:buFont typeface="Verdana" panose="020B0604030504040204" pitchFamily="34" charset="0"/>
              <a:buNone/>
            </a:pPr>
            <a:endParaRPr lang="en-US" altLang="en-US" sz="1600" dirty="0"/>
          </a:p>
        </p:txBody>
      </p:sp>
      <p:sp>
        <p:nvSpPr>
          <p:cNvPr id="5" name="Footer Placeholder 2"/>
          <p:cNvSpPr>
            <a:spLocks noGrp="1"/>
          </p:cNvSpPr>
          <p:nvPr>
            <p:ph type="ftr" sz="quarter" idx="11"/>
          </p:nvPr>
        </p:nvSpPr>
        <p:spPr/>
        <p:txBody>
          <a:bodyPr/>
          <a:lstStyle/>
          <a:p>
            <a:r>
              <a:rPr lang="en-US" altLang="en-US"/>
              <a:t>K. Lorenc - Last updated 2016/08/01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3" name="Title 2"/>
          <p:cNvSpPr>
            <a:spLocks noGrp="1" noChangeArrowheads="1"/>
          </p:cNvSpPr>
          <p:nvPr>
            <p:ph type="title"/>
          </p:nvPr>
        </p:nvSpPr>
        <p:spPr>
          <a:ln/>
        </p:spPr>
        <p:txBody>
          <a:bodyPr/>
          <a:lstStyle/>
          <a:p>
            <a:pPr eaLnBrk="1" hangingPunct="1"/>
            <a:r>
              <a:rPr lang="en-US" altLang="en-US" sz="2800">
                <a:solidFill>
                  <a:schemeClr val="tx1"/>
                </a:solidFill>
                <a:latin typeface="Arial" panose="020B0604020202020204" pitchFamily="34" charset="0"/>
              </a:rPr>
              <a:t>Understanding CSS…</a:t>
            </a:r>
          </a:p>
        </p:txBody>
      </p:sp>
      <p:sp>
        <p:nvSpPr>
          <p:cNvPr id="2082" name="Content Placeholder 1"/>
          <p:cNvSpPr>
            <a:spLocks noGrp="1" noChangeArrowheads="1"/>
          </p:cNvSpPr>
          <p:nvPr>
            <p:ph idx="1"/>
          </p:nvPr>
        </p:nvSpPr>
        <p:spPr>
          <a:ln/>
        </p:spPr>
        <p:txBody>
          <a:bodyPr/>
          <a:lstStyle/>
          <a:p>
            <a:endParaRPr lang="en-US" altLang="en-US" sz="2000"/>
          </a:p>
          <a:p>
            <a:endParaRPr lang="en-US" altLang="en-US" sz="2000"/>
          </a:p>
        </p:txBody>
      </p:sp>
      <p:sp>
        <p:nvSpPr>
          <p:cNvPr id="6" name="Footer Placeholder 2"/>
          <p:cNvSpPr>
            <a:spLocks noGrp="1"/>
          </p:cNvSpPr>
          <p:nvPr>
            <p:ph type="ftr" sz="quarter" idx="11"/>
          </p:nvPr>
        </p:nvSpPr>
        <p:spPr/>
        <p:txBody>
          <a:bodyPr/>
          <a:lstStyle/>
          <a:p>
            <a:r>
              <a:rPr lang="en-US" altLang="en-US"/>
              <a:t>K. Lorenc - Last updated 2016/08/01</a:t>
            </a:r>
          </a:p>
        </p:txBody>
      </p:sp>
      <p:pic>
        <p:nvPicPr>
          <p:cNvPr id="2085" name="Picture 1"/>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1417638"/>
            <a:ext cx="6000750" cy="4735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088" name="Content Placeholder 1"/>
          <p:cNvSpPr>
            <a:spLocks noGrp="1" noChangeArrowheads="1"/>
          </p:cNvSpPr>
          <p:nvPr>
            <p:ph idx="4294967295"/>
          </p:nvPr>
        </p:nvSpPr>
        <p:spPr>
          <a:xfrm>
            <a:off x="457200" y="1066800"/>
            <a:ext cx="8229600" cy="4940300"/>
          </a:xfrm>
          <a:ln/>
        </p:spPr>
        <p:txBody>
          <a:bodyPr/>
          <a:lstStyle/>
          <a:p>
            <a:r>
              <a:rPr lang="en-US" altLang="en-US" sz="2000" dirty="0"/>
              <a:t>Boxes</a:t>
            </a:r>
          </a:p>
          <a:p>
            <a:pPr lvl="1"/>
            <a:r>
              <a:rPr lang="en-US" altLang="en-US" sz="1600" dirty="0"/>
              <a:t>Width and height</a:t>
            </a:r>
          </a:p>
          <a:p>
            <a:pPr lvl="1"/>
            <a:r>
              <a:rPr lang="en-US" altLang="en-US" sz="1600" dirty="0"/>
              <a:t>Borders (color, width, and style)</a:t>
            </a:r>
          </a:p>
          <a:p>
            <a:pPr lvl="1"/>
            <a:r>
              <a:rPr lang="en-US" altLang="en-US" sz="1600" dirty="0"/>
              <a:t>Background color and images</a:t>
            </a:r>
          </a:p>
          <a:p>
            <a:pPr lvl="1"/>
            <a:r>
              <a:rPr lang="en-US" altLang="en-US" sz="1600" dirty="0"/>
              <a:t>Position in the browser window</a:t>
            </a:r>
          </a:p>
          <a:p>
            <a:r>
              <a:rPr lang="en-US" altLang="en-US" sz="2000" dirty="0"/>
              <a:t>Text</a:t>
            </a:r>
          </a:p>
          <a:p>
            <a:pPr lvl="1"/>
            <a:r>
              <a:rPr lang="en-US" altLang="en-US" sz="1600" dirty="0"/>
              <a:t>Typeface</a:t>
            </a:r>
          </a:p>
          <a:p>
            <a:pPr lvl="1"/>
            <a:r>
              <a:rPr lang="en-US" altLang="en-US" sz="1600" dirty="0"/>
              <a:t>Size</a:t>
            </a:r>
          </a:p>
          <a:p>
            <a:pPr lvl="1"/>
            <a:r>
              <a:rPr lang="en-US" altLang="en-US" sz="1600" dirty="0"/>
              <a:t>Color</a:t>
            </a:r>
          </a:p>
          <a:p>
            <a:pPr lvl="1"/>
            <a:r>
              <a:rPr lang="en-US" altLang="en-US" sz="1600" dirty="0"/>
              <a:t>Italics, bold, uppercase,</a:t>
            </a:r>
          </a:p>
          <a:p>
            <a:pPr lvl="1"/>
            <a:r>
              <a:rPr lang="en-US" altLang="en-US" sz="1600" dirty="0"/>
              <a:t>lowercase, small-caps</a:t>
            </a:r>
          </a:p>
          <a:p>
            <a:r>
              <a:rPr lang="en-US" altLang="en-US" sz="2000" dirty="0"/>
              <a:t>Specific</a:t>
            </a:r>
          </a:p>
          <a:p>
            <a:pPr lvl="1"/>
            <a:r>
              <a:rPr lang="en-US" altLang="en-US" sz="1600" dirty="0"/>
              <a:t>There are also specific ways in which you can style certain elements such as lists, tables, and forms.</a:t>
            </a:r>
          </a:p>
          <a:p>
            <a:r>
              <a:rPr lang="en-US" altLang="en-US" sz="2000" dirty="0">
                <a:hlinkClick r:id="rId3"/>
              </a:rPr>
              <a:t>..\Examples\thinking-inside-the-box-borderless.html</a:t>
            </a:r>
            <a:endParaRPr lang="en-US" altLang="en-US" sz="2000" dirty="0"/>
          </a:p>
          <a:p>
            <a:r>
              <a:rPr lang="en-US" altLang="en-US" sz="2000" dirty="0">
                <a:hlinkClick r:id="rId4"/>
              </a:rPr>
              <a:t>..\Examples\thinking-inside-the-box.html</a:t>
            </a:r>
            <a:endParaRPr lang="en-US" altLang="en-US" sz="2000" dirty="0"/>
          </a:p>
        </p:txBody>
      </p:sp>
      <p:sp>
        <p:nvSpPr>
          <p:cNvPr id="2089"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solidFill>
                  <a:schemeClr val="tx1"/>
                </a:solidFill>
                <a:latin typeface="Arial" panose="020B0604020202020204" pitchFamily="34" charset="0"/>
              </a:rPr>
              <a:t>Examples of Styles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Title 2"/>
          <p:cNvSpPr>
            <a:spLocks noGrp="1" noChangeArrowheads="1"/>
          </p:cNvSpPr>
          <p:nvPr>
            <p:ph type="title"/>
          </p:nvPr>
        </p:nvSpPr>
        <p:spPr>
          <a:ln/>
        </p:spPr>
        <p:txBody>
          <a:bodyPr/>
          <a:lstStyle/>
          <a:p>
            <a:pPr eaLnBrk="1" hangingPunct="1"/>
            <a:r>
              <a:rPr lang="en-US" altLang="en-US" sz="2800"/>
              <a:t>Using External CSS</a:t>
            </a:r>
          </a:p>
        </p:txBody>
      </p:sp>
      <p:sp>
        <p:nvSpPr>
          <p:cNvPr id="2093" name="Content Placeholder 1"/>
          <p:cNvSpPr>
            <a:spLocks noGrp="1" noChangeArrowheads="1"/>
          </p:cNvSpPr>
          <p:nvPr>
            <p:ph idx="1"/>
          </p:nvPr>
        </p:nvSpPr>
        <p:spPr>
          <a:ln/>
        </p:spPr>
        <p:txBody>
          <a:bodyPr/>
          <a:lstStyle/>
          <a:p>
            <a:r>
              <a:rPr lang="en-US" altLang="en-US" sz="1600"/>
              <a:t>The </a:t>
            </a:r>
            <a:r>
              <a:rPr lang="en-US" altLang="en-US" sz="1600" b="1"/>
              <a:t>&lt;link&gt; </a:t>
            </a:r>
            <a:r>
              <a:rPr lang="en-US" altLang="en-US" sz="1600"/>
              <a:t>element can be used in an HTML document to tell the browser where to find the CSS file used to style the page.</a:t>
            </a:r>
          </a:p>
          <a:p>
            <a:endParaRPr lang="en-US" altLang="en-US" sz="1600"/>
          </a:p>
          <a:p>
            <a:r>
              <a:rPr lang="en-US" altLang="en-US" sz="1600" b="1"/>
              <a:t>&lt;link&gt;</a:t>
            </a:r>
            <a:r>
              <a:rPr lang="en-US" altLang="en-US" sz="1600"/>
              <a:t> is an empty element (meaning it does not need a closing tag), and it lives inside the </a:t>
            </a:r>
            <a:r>
              <a:rPr lang="en-US" altLang="en-US" sz="1600" b="1"/>
              <a:t>&lt;head&gt; </a:t>
            </a:r>
            <a:r>
              <a:rPr lang="en-US" altLang="en-US" sz="1600"/>
              <a:t>element</a:t>
            </a:r>
          </a:p>
          <a:p>
            <a:endParaRPr lang="en-US" altLang="en-US" sz="1600"/>
          </a:p>
          <a:p>
            <a:r>
              <a:rPr lang="en-US" altLang="en-US" sz="1600"/>
              <a:t>The </a:t>
            </a:r>
            <a:r>
              <a:rPr lang="en-US" altLang="en-US" sz="1600" b="1"/>
              <a:t>&lt;link&gt; </a:t>
            </a:r>
            <a:r>
              <a:rPr lang="en-US" altLang="en-US" sz="1600"/>
              <a:t>element uses three attributes: Text</a:t>
            </a:r>
          </a:p>
          <a:p>
            <a:pPr lvl="1"/>
            <a:r>
              <a:rPr lang="en-US" altLang="en-US" sz="1600" b="1"/>
              <a:t>href</a:t>
            </a:r>
            <a:r>
              <a:rPr lang="en-US" altLang="en-US" sz="1600"/>
              <a:t> - This specifies the path to the CSS file (which is often placed in a folder called css or styles).</a:t>
            </a:r>
          </a:p>
          <a:p>
            <a:pPr lvl="1"/>
            <a:r>
              <a:rPr lang="en-US" altLang="en-US" sz="1600" b="1"/>
              <a:t>type - </a:t>
            </a:r>
            <a:r>
              <a:rPr lang="en-US" altLang="en-US" sz="1600"/>
              <a:t>This attribute specifies the type of document being linked to. The value should be </a:t>
            </a:r>
            <a:r>
              <a:rPr lang="en-US" altLang="en-US" sz="1600" b="1"/>
              <a:t>text/css</a:t>
            </a:r>
            <a:r>
              <a:rPr lang="en-US" altLang="en-US" sz="1600"/>
              <a:t>.</a:t>
            </a:r>
          </a:p>
          <a:p>
            <a:pPr lvl="1"/>
            <a:r>
              <a:rPr lang="en-US" altLang="en-US" sz="1600" b="1"/>
              <a:t>rel - </a:t>
            </a:r>
            <a:r>
              <a:rPr lang="en-US" altLang="en-US" sz="1600"/>
              <a:t>This specifies the relationship between the HTML page and the file it is linked to. The value should be </a:t>
            </a:r>
            <a:r>
              <a:rPr lang="en-US" altLang="en-US" sz="1600" b="1"/>
              <a:t>stylesheet </a:t>
            </a:r>
            <a:r>
              <a:rPr lang="en-US" altLang="en-US" sz="1600"/>
              <a:t>when linking to a CSS file.</a:t>
            </a:r>
          </a:p>
          <a:p>
            <a:pPr lvl="1"/>
            <a:endParaRPr lang="en-US" altLang="en-US" sz="1600"/>
          </a:p>
          <a:p>
            <a:r>
              <a:rPr lang="en-US" altLang="en-US" sz="1600"/>
              <a:t>An HTML page can use more than one CSS style sheet. To do this it could have a </a:t>
            </a:r>
            <a:r>
              <a:rPr lang="en-US" altLang="en-US" sz="1600" b="1"/>
              <a:t>&lt;link&gt; </a:t>
            </a:r>
            <a:r>
              <a:rPr lang="en-US" altLang="en-US" sz="1600"/>
              <a:t>element for every CSS file it uses.</a:t>
            </a:r>
          </a:p>
          <a:p>
            <a:r>
              <a:rPr lang="en-US" altLang="en-US" sz="1600"/>
              <a:t>Example: </a:t>
            </a:r>
            <a:r>
              <a:rPr lang="en-US" altLang="en-US" sz="1600">
                <a:hlinkClick r:id="rId3"/>
              </a:rPr>
              <a:t>..\Examples\using-external-css.html</a:t>
            </a:r>
            <a:endParaRPr lang="en-US" altLang="en-US" sz="1600"/>
          </a:p>
        </p:txBody>
      </p:sp>
      <p:sp>
        <p:nvSpPr>
          <p:cNvPr id="5" name="Footer Placeholder 2"/>
          <p:cNvSpPr>
            <a:spLocks noGrp="1"/>
          </p:cNvSpPr>
          <p:nvPr>
            <p:ph type="ftr" sz="quarter" idx="11"/>
          </p:nvPr>
        </p:nvSpPr>
        <p:spPr/>
        <p:txBody>
          <a:bodyPr/>
          <a:lstStyle/>
          <a:p>
            <a:r>
              <a:rPr lang="en-US" altLang="en-US"/>
              <a:t>K. Lorenc - Last updated 2016/08/01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99" name="Title 2"/>
          <p:cNvSpPr>
            <a:spLocks noGrp="1" noChangeArrowheads="1"/>
          </p:cNvSpPr>
          <p:nvPr>
            <p:ph type="title"/>
          </p:nvPr>
        </p:nvSpPr>
        <p:spPr>
          <a:ln/>
        </p:spPr>
        <p:txBody>
          <a:bodyPr/>
          <a:lstStyle/>
          <a:p>
            <a:pPr eaLnBrk="1" hangingPunct="1"/>
            <a:r>
              <a:rPr lang="en-US" altLang="en-US" sz="2800"/>
              <a:t>Using Internal CSS</a:t>
            </a:r>
          </a:p>
        </p:txBody>
      </p:sp>
      <p:sp>
        <p:nvSpPr>
          <p:cNvPr id="2098" name="Content Placeholder 1"/>
          <p:cNvSpPr>
            <a:spLocks noGrp="1" noChangeArrowheads="1"/>
          </p:cNvSpPr>
          <p:nvPr>
            <p:ph idx="1"/>
          </p:nvPr>
        </p:nvSpPr>
        <p:spPr>
          <a:ln/>
        </p:spPr>
        <p:txBody>
          <a:bodyPr/>
          <a:lstStyle/>
          <a:p>
            <a:r>
              <a:rPr lang="en-US" altLang="en-US" sz="2000"/>
              <a:t>You can also include CSS rules within an HTML page by placing them inside a </a:t>
            </a:r>
            <a:r>
              <a:rPr lang="en-US" altLang="en-US" sz="2000" b="1"/>
              <a:t>&lt;style&gt; </a:t>
            </a:r>
            <a:r>
              <a:rPr lang="en-US" altLang="en-US" sz="2000"/>
              <a:t>element, which usually sits inside the </a:t>
            </a:r>
            <a:r>
              <a:rPr lang="en-US" altLang="en-US" sz="2000" b="1"/>
              <a:t>&lt;head&gt; </a:t>
            </a:r>
            <a:r>
              <a:rPr lang="en-US" altLang="en-US" sz="2000"/>
              <a:t>element of the page.</a:t>
            </a:r>
          </a:p>
          <a:p>
            <a:endParaRPr lang="en-US" altLang="en-US" sz="2000"/>
          </a:p>
          <a:p>
            <a:r>
              <a:rPr lang="en-US" altLang="en-US" sz="2000"/>
              <a:t>The </a:t>
            </a:r>
            <a:r>
              <a:rPr lang="en-US" altLang="en-US" sz="2000" b="1"/>
              <a:t>&lt;style&gt; </a:t>
            </a:r>
            <a:r>
              <a:rPr lang="en-US" altLang="en-US" sz="2000"/>
              <a:t>element should use the </a:t>
            </a:r>
            <a:r>
              <a:rPr lang="en-US" altLang="en-US" sz="2000" b="1"/>
              <a:t>type </a:t>
            </a:r>
            <a:r>
              <a:rPr lang="en-US" altLang="en-US" sz="2000"/>
              <a:t>attribute to indicate that the styles are specified in CSS. The value should be </a:t>
            </a:r>
            <a:r>
              <a:rPr lang="en-US" altLang="en-US" sz="2000" b="1"/>
              <a:t>text/css</a:t>
            </a:r>
            <a:r>
              <a:rPr lang="en-US" altLang="en-US" sz="2000"/>
              <a:t>.</a:t>
            </a:r>
          </a:p>
          <a:p>
            <a:endParaRPr lang="en-US" altLang="en-US" sz="2000"/>
          </a:p>
          <a:p>
            <a:r>
              <a:rPr lang="en-US" altLang="en-US" sz="2000"/>
              <a:t>When building a site with more than one page, you should use an external CSS style sheet. This: </a:t>
            </a:r>
          </a:p>
          <a:p>
            <a:pPr lvl="1"/>
            <a:r>
              <a:rPr lang="en-US" altLang="en-US" sz="1600"/>
              <a:t>Allows all pages to use the same style rules (rather than repeating them in each page). </a:t>
            </a:r>
          </a:p>
          <a:p>
            <a:pPr lvl="1"/>
            <a:r>
              <a:rPr lang="en-US" altLang="en-US" sz="1600"/>
              <a:t>Keeps the content separate from how the page looks.</a:t>
            </a:r>
          </a:p>
          <a:p>
            <a:pPr lvl="1"/>
            <a:r>
              <a:rPr lang="en-US" altLang="en-US" sz="1600"/>
              <a:t>Means you can change the styles used across all pages by altering just one file (rather than each individual page).</a:t>
            </a:r>
          </a:p>
          <a:p>
            <a:r>
              <a:rPr lang="en-US" altLang="en-US" sz="2000"/>
              <a:t>Example: </a:t>
            </a:r>
            <a:r>
              <a:rPr lang="en-US" altLang="en-US" sz="2000">
                <a:hlinkClick r:id="rId3"/>
              </a:rPr>
              <a:t>..\Examples\using-internal-css.html</a:t>
            </a:r>
            <a:endParaRPr lang="en-US" altLang="en-US" sz="2000"/>
          </a:p>
        </p:txBody>
      </p:sp>
      <p:sp>
        <p:nvSpPr>
          <p:cNvPr id="5" name="Footer Placeholder 2"/>
          <p:cNvSpPr>
            <a:spLocks noGrp="1"/>
          </p:cNvSpPr>
          <p:nvPr>
            <p:ph type="ftr" sz="quarter" idx="11"/>
          </p:nvPr>
        </p:nvSpPr>
        <p:spPr/>
        <p:txBody>
          <a:bodyPr/>
          <a:lstStyle/>
          <a:p>
            <a:r>
              <a:rPr lang="en-US" altLang="en-US"/>
              <a:t>K. Lorenc - Last updated 2016/08/01</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2"/>
          <p:cNvSpPr>
            <a:spLocks noGrp="1"/>
          </p:cNvSpPr>
          <p:nvPr>
            <p:ph type="ftr" sz="quarter" idx="11"/>
          </p:nvPr>
        </p:nvSpPr>
        <p:spPr/>
        <p:txBody>
          <a:bodyPr/>
          <a:lstStyle/>
          <a:p>
            <a:r>
              <a:rPr lang="en-US" altLang="en-US"/>
              <a:t>K. Lorenc - Last updated 2016/08/01</a:t>
            </a:r>
          </a:p>
        </p:txBody>
      </p:sp>
      <p:sp>
        <p:nvSpPr>
          <p:cNvPr id="2103" name="Content Placeholder 1"/>
          <p:cNvSpPr>
            <a:spLocks noGrp="1" noChangeArrowheads="1"/>
          </p:cNvSpPr>
          <p:nvPr>
            <p:ph idx="4294967295"/>
          </p:nvPr>
        </p:nvSpPr>
        <p:spPr>
          <a:xfrm>
            <a:off x="457200" y="1340768"/>
            <a:ext cx="8229600" cy="4800600"/>
          </a:xfrm>
          <a:ln/>
        </p:spPr>
        <p:txBody>
          <a:bodyPr/>
          <a:lstStyle/>
          <a:p>
            <a:pPr marL="107950" indent="0">
              <a:buFont typeface="Wingdings 3" panose="05040102010807070707" pitchFamily="18" charset="2"/>
              <a:buNone/>
            </a:pPr>
            <a:r>
              <a:rPr lang="en-US" altLang="en-US" sz="2000" dirty="0"/>
              <a:t>             Selector		Declaration Block</a:t>
            </a:r>
          </a:p>
          <a:p>
            <a:pPr marL="107950" indent="0">
              <a:buFont typeface="Wingdings 3" panose="05040102010807070707" pitchFamily="18" charset="2"/>
              <a:buNone/>
            </a:pPr>
            <a:r>
              <a:rPr lang="en-US" altLang="en-US" sz="2000" dirty="0"/>
              <a:t>				        </a:t>
            </a:r>
          </a:p>
          <a:p>
            <a:pPr marL="107950" indent="0">
              <a:buFont typeface="Wingdings 3" panose="05040102010807070707" pitchFamily="18" charset="2"/>
              <a:buNone/>
            </a:pPr>
            <a:r>
              <a:rPr lang="en-US" altLang="en-US" sz="2000" dirty="0"/>
              <a:t>                                            </a:t>
            </a:r>
            <a:r>
              <a:rPr lang="en-US" altLang="en-US" sz="1600" i="1" dirty="0"/>
              <a:t>Declaration</a:t>
            </a:r>
            <a:r>
              <a:rPr lang="en-US" altLang="en-US" sz="1600" dirty="0"/>
              <a:t>            </a:t>
            </a:r>
            <a:r>
              <a:rPr lang="en-US" altLang="en-US" sz="1600" i="1" dirty="0" err="1"/>
              <a:t>Declaration</a:t>
            </a:r>
            <a:r>
              <a:rPr lang="en-US" altLang="en-US" sz="1600" dirty="0"/>
              <a:t> </a:t>
            </a:r>
          </a:p>
          <a:p>
            <a:pPr marL="107950" indent="0">
              <a:buFont typeface="Wingdings 3" panose="05040102010807070707" pitchFamily="18" charset="2"/>
              <a:buNone/>
            </a:pPr>
            <a:endParaRPr lang="en-US" altLang="en-US" sz="2000" dirty="0"/>
          </a:p>
          <a:p>
            <a:pPr marL="107950" indent="0">
              <a:buFont typeface="Wingdings 3" panose="05040102010807070707" pitchFamily="18" charset="2"/>
              <a:buNone/>
            </a:pPr>
            <a:r>
              <a:rPr lang="en-US" altLang="en-US" sz="2000" dirty="0"/>
              <a:t>      </a:t>
            </a:r>
          </a:p>
          <a:p>
            <a:pPr marL="107950" indent="0">
              <a:buFont typeface="Wingdings 3" panose="05040102010807070707" pitchFamily="18" charset="2"/>
              <a:buNone/>
            </a:pPr>
            <a:r>
              <a:rPr lang="en-US" altLang="en-US" sz="2000" dirty="0"/>
              <a:t>				        </a:t>
            </a:r>
          </a:p>
          <a:p>
            <a:pPr marL="107950" indent="0">
              <a:buFont typeface="Wingdings 3" panose="05040102010807070707" pitchFamily="18" charset="2"/>
              <a:buNone/>
            </a:pPr>
            <a:r>
              <a:rPr lang="en-US" altLang="en-US" sz="2000" i="1" dirty="0"/>
              <a:t>                                           </a:t>
            </a:r>
            <a:r>
              <a:rPr lang="en-US" altLang="en-US" sz="1600" i="1" dirty="0"/>
              <a:t>Property  Value        Property  Value             </a:t>
            </a:r>
          </a:p>
          <a:p>
            <a:pPr marL="107950" indent="0">
              <a:buFont typeface="Wingdings 3" panose="05040102010807070707" pitchFamily="18" charset="2"/>
              <a:buNone/>
            </a:pPr>
            <a:r>
              <a:rPr lang="en-US" altLang="en-US" sz="2000" i="1" dirty="0"/>
              <a:t>YOUR CODE:</a:t>
            </a:r>
          </a:p>
          <a:p>
            <a:pPr marL="107950" indent="0">
              <a:buFont typeface="Wingdings 3" panose="05040102010807070707" pitchFamily="18" charset="2"/>
              <a:buNone/>
            </a:pPr>
            <a:r>
              <a:rPr lang="en-US" altLang="en-US" sz="2000" i="1" dirty="0"/>
              <a:t>p {</a:t>
            </a:r>
          </a:p>
          <a:p>
            <a:pPr marL="107950" indent="0">
              <a:buFont typeface="Wingdings 3" panose="05040102010807070707" pitchFamily="18" charset="2"/>
              <a:buNone/>
            </a:pPr>
            <a:r>
              <a:rPr lang="en-US" altLang="en-US" sz="2000" i="1" dirty="0"/>
              <a:t>       color: red;</a:t>
            </a:r>
          </a:p>
          <a:p>
            <a:pPr marL="107950" indent="0">
              <a:buFont typeface="Wingdings 3" panose="05040102010807070707" pitchFamily="18" charset="2"/>
              <a:buNone/>
            </a:pPr>
            <a:r>
              <a:rPr lang="en-US" altLang="en-US" sz="2000" i="1" dirty="0"/>
              <a:t>       font-size: 1.5em;</a:t>
            </a:r>
          </a:p>
          <a:p>
            <a:pPr marL="107950" indent="0">
              <a:buFont typeface="Wingdings 3" panose="05040102010807070707" pitchFamily="18" charset="2"/>
              <a:buNone/>
            </a:pPr>
            <a:r>
              <a:rPr lang="en-US" altLang="en-US" sz="2000" i="1" dirty="0"/>
              <a:t>    }</a:t>
            </a:r>
          </a:p>
          <a:p>
            <a:pPr marL="107950" indent="0">
              <a:buFont typeface="Wingdings 3" panose="05040102010807070707" pitchFamily="18" charset="2"/>
              <a:buNone/>
            </a:pPr>
            <a:r>
              <a:rPr lang="en-US" altLang="en-US" sz="1400" i="1" dirty="0"/>
              <a:t>Note: </a:t>
            </a:r>
            <a:r>
              <a:rPr lang="en-US" altLang="en-US" sz="1400" i="1" dirty="0" err="1"/>
              <a:t>em</a:t>
            </a:r>
            <a:r>
              <a:rPr lang="en-US" altLang="en-US" sz="1400" i="1" dirty="0"/>
              <a:t> is another way of saying font size</a:t>
            </a:r>
          </a:p>
          <a:p>
            <a:pPr marL="107950" indent="0"/>
            <a:endParaRPr lang="en-US" altLang="en-US" sz="2000" dirty="0"/>
          </a:p>
          <a:p>
            <a:pPr marL="107950" indent="0"/>
            <a:endParaRPr lang="en-US" altLang="en-US" sz="2000" dirty="0"/>
          </a:p>
          <a:p>
            <a:pPr marL="107950" indent="0" eaLnBrk="1" hangingPunct="1">
              <a:buFont typeface="Wingdings 3" panose="05040102010807070707" pitchFamily="18" charset="2"/>
              <a:buNone/>
            </a:pPr>
            <a:endParaRPr lang="en-US" altLang="en-US" sz="2000" dirty="0"/>
          </a:p>
        </p:txBody>
      </p:sp>
      <p:sp>
        <p:nvSpPr>
          <p:cNvPr id="2104"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t>CSS Structure</a:t>
            </a:r>
            <a:endParaRPr lang="en-US" altLang="en-US" sz="2800">
              <a:solidFill>
                <a:schemeClr val="tx1"/>
              </a:solidFill>
              <a:latin typeface="Arial" panose="020B0604020202020204" pitchFamily="34" charset="0"/>
            </a:endParaRPr>
          </a:p>
        </p:txBody>
      </p:sp>
      <p:sp>
        <p:nvSpPr>
          <p:cNvPr id="2106" name="Rounded Rectangle 4"/>
          <p:cNvSpPr>
            <a:spLocks noChangeArrowheads="1"/>
          </p:cNvSpPr>
          <p:nvPr/>
        </p:nvSpPr>
        <p:spPr bwMode="auto">
          <a:xfrm>
            <a:off x="1676400" y="2717131"/>
            <a:ext cx="609600" cy="533400"/>
          </a:xfrm>
          <a:prstGeom prst="roundRect">
            <a:avLst>
              <a:gd name="adj" fmla="val 16667"/>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p</a:t>
            </a:r>
          </a:p>
        </p:txBody>
      </p:sp>
      <p:sp>
        <p:nvSpPr>
          <p:cNvPr id="2107" name="Rounded Rectangle 6"/>
          <p:cNvSpPr>
            <a:spLocks noChangeArrowheads="1"/>
          </p:cNvSpPr>
          <p:nvPr/>
        </p:nvSpPr>
        <p:spPr bwMode="auto">
          <a:xfrm>
            <a:off x="2971800" y="2715543"/>
            <a:ext cx="4724400" cy="533400"/>
          </a:xfrm>
          <a:prstGeom prst="roundRect">
            <a:avLst>
              <a:gd name="adj" fmla="val 16667"/>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   color : red;    font-size : 1.5em;  }     </a:t>
            </a:r>
          </a:p>
        </p:txBody>
      </p:sp>
      <p:sp>
        <p:nvSpPr>
          <p:cNvPr id="2108" name="Straight Connector 7"/>
          <p:cNvSpPr>
            <a:spLocks noChangeShapeType="1"/>
          </p:cNvSpPr>
          <p:nvPr/>
        </p:nvSpPr>
        <p:spPr bwMode="auto">
          <a:xfrm flipH="1">
            <a:off x="1974850" y="1447800"/>
            <a:ext cx="6350" cy="954088"/>
          </a:xfrm>
          <a:prstGeom prst="line">
            <a:avLst/>
          </a:prstGeom>
          <a:noFill/>
          <a:ln w="9525" cap="flat" algn="ctr">
            <a:solidFill>
              <a:srgbClr val="2DA2BF"/>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fr-CA"/>
          </a:p>
        </p:txBody>
      </p:sp>
      <p:sp>
        <p:nvSpPr>
          <p:cNvPr id="2109" name="Straight Connector 8"/>
          <p:cNvSpPr>
            <a:spLocks noChangeShapeType="1"/>
          </p:cNvSpPr>
          <p:nvPr/>
        </p:nvSpPr>
        <p:spPr bwMode="auto">
          <a:xfrm>
            <a:off x="4114800" y="2974975"/>
            <a:ext cx="0" cy="304800"/>
          </a:xfrm>
          <a:prstGeom prst="line">
            <a:avLst/>
          </a:prstGeom>
          <a:noFill/>
          <a:ln w="9525" cap="flat" algn="ctr">
            <a:solidFill>
              <a:srgbClr val="2DA2BF"/>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fr-CA"/>
          </a:p>
        </p:txBody>
      </p:sp>
      <p:sp>
        <p:nvSpPr>
          <p:cNvPr id="2110" name="Straight Connector 9"/>
          <p:cNvSpPr>
            <a:spLocks noChangeShapeType="1"/>
          </p:cNvSpPr>
          <p:nvPr/>
        </p:nvSpPr>
        <p:spPr bwMode="auto">
          <a:xfrm>
            <a:off x="6629400" y="3005138"/>
            <a:ext cx="0" cy="304800"/>
          </a:xfrm>
          <a:prstGeom prst="line">
            <a:avLst/>
          </a:prstGeom>
          <a:noFill/>
          <a:ln w="9525" cap="flat" algn="ctr">
            <a:solidFill>
              <a:srgbClr val="2DA2BF"/>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fr-CA"/>
          </a:p>
        </p:txBody>
      </p:sp>
      <p:sp>
        <p:nvSpPr>
          <p:cNvPr id="2111" name="Straight Connector 10"/>
          <p:cNvSpPr>
            <a:spLocks noChangeShapeType="1"/>
          </p:cNvSpPr>
          <p:nvPr/>
        </p:nvSpPr>
        <p:spPr bwMode="auto">
          <a:xfrm>
            <a:off x="4724400" y="3005138"/>
            <a:ext cx="0" cy="304800"/>
          </a:xfrm>
          <a:prstGeom prst="line">
            <a:avLst/>
          </a:prstGeom>
          <a:noFill/>
          <a:ln w="9525" cap="flat" algn="ctr">
            <a:solidFill>
              <a:srgbClr val="2DA2BF"/>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fr-CA"/>
          </a:p>
        </p:txBody>
      </p:sp>
      <p:sp>
        <p:nvSpPr>
          <p:cNvPr id="2112" name="Straight Connector 11"/>
          <p:cNvSpPr>
            <a:spLocks noChangeShapeType="1"/>
          </p:cNvSpPr>
          <p:nvPr/>
        </p:nvSpPr>
        <p:spPr bwMode="auto">
          <a:xfrm>
            <a:off x="5715000" y="3032125"/>
            <a:ext cx="0" cy="304800"/>
          </a:xfrm>
          <a:prstGeom prst="line">
            <a:avLst/>
          </a:prstGeom>
          <a:noFill/>
          <a:ln w="9525" cap="flat" algn="ctr">
            <a:solidFill>
              <a:srgbClr val="2DA2BF"/>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fr-CA"/>
          </a:p>
        </p:txBody>
      </p:sp>
      <p:sp>
        <p:nvSpPr>
          <p:cNvPr id="2113" name="Straight Connector 12"/>
          <p:cNvSpPr>
            <a:spLocks noChangeShapeType="1"/>
          </p:cNvSpPr>
          <p:nvPr/>
        </p:nvSpPr>
        <p:spPr bwMode="auto">
          <a:xfrm>
            <a:off x="4267200" y="2097088"/>
            <a:ext cx="0" cy="304800"/>
          </a:xfrm>
          <a:prstGeom prst="line">
            <a:avLst/>
          </a:prstGeom>
          <a:noFill/>
          <a:ln w="9525" cap="flat" algn="ctr">
            <a:solidFill>
              <a:srgbClr val="2DA2BF"/>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fr-CA"/>
          </a:p>
        </p:txBody>
      </p:sp>
      <p:sp>
        <p:nvSpPr>
          <p:cNvPr id="2114" name="Straight Connector 13"/>
          <p:cNvSpPr>
            <a:spLocks noChangeShapeType="1"/>
          </p:cNvSpPr>
          <p:nvPr/>
        </p:nvSpPr>
        <p:spPr bwMode="auto">
          <a:xfrm>
            <a:off x="5943600" y="2136775"/>
            <a:ext cx="0" cy="304800"/>
          </a:xfrm>
          <a:prstGeom prst="line">
            <a:avLst/>
          </a:prstGeom>
          <a:noFill/>
          <a:ln w="9525" cap="flat" algn="ctr">
            <a:solidFill>
              <a:srgbClr val="2DA2BF"/>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fr-C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7" name="Title 2"/>
          <p:cNvSpPr>
            <a:spLocks noGrp="1" noChangeArrowheads="1"/>
          </p:cNvSpPr>
          <p:nvPr>
            <p:ph type="title"/>
          </p:nvPr>
        </p:nvSpPr>
        <p:spPr>
          <a:ln/>
        </p:spPr>
        <p:txBody>
          <a:bodyPr/>
          <a:lstStyle/>
          <a:p>
            <a:pPr eaLnBrk="1" hangingPunct="1"/>
            <a:r>
              <a:rPr lang="en-US" altLang="en-US" sz="2800">
                <a:solidFill>
                  <a:schemeClr val="tx1"/>
                </a:solidFill>
                <a:latin typeface="Arial" panose="020B0604020202020204" pitchFamily="34" charset="0"/>
              </a:rPr>
              <a:t>Selectors and Declarations</a:t>
            </a:r>
          </a:p>
        </p:txBody>
      </p:sp>
      <p:sp>
        <p:nvSpPr>
          <p:cNvPr id="2119" name="Content Placeholder 4"/>
          <p:cNvSpPr>
            <a:spLocks noGrp="1" noChangeArrowheads="1"/>
          </p:cNvSpPr>
          <p:nvPr>
            <p:ph idx="1"/>
          </p:nvPr>
        </p:nvSpPr>
        <p:spPr>
          <a:ln/>
        </p:spPr>
        <p:txBody>
          <a:bodyPr/>
          <a:lstStyle/>
          <a:p>
            <a:r>
              <a:rPr lang="en-US" altLang="en-US" sz="1800"/>
              <a:t>CSS works by associating rules with HTML elements. These rules govern how the content of specified elements should be displayed. A CSS rule contains two parts: a selector and a declaration.</a:t>
            </a:r>
          </a:p>
          <a:p>
            <a:endParaRPr lang="en-US" altLang="en-US" sz="1800"/>
          </a:p>
          <a:p>
            <a:r>
              <a:rPr lang="en-US" altLang="en-US" sz="1800"/>
              <a:t>Selectors indicate which element the rule applies to. The same rule can apply to more than one element if you separate the element names with commas.</a:t>
            </a:r>
          </a:p>
          <a:p>
            <a:endParaRPr lang="en-US" altLang="en-US" sz="1800"/>
          </a:p>
          <a:p>
            <a:r>
              <a:rPr lang="en-US" altLang="en-US" sz="1800"/>
              <a:t>Declarations indicate how the elements referred to in the selector should be styled. Declarations are split into two parts (a property and a value), and are separated by a colon.</a:t>
            </a:r>
          </a:p>
          <a:p>
            <a:endParaRPr lang="en-US" altLang="en-US" sz="1800"/>
          </a:p>
          <a:p>
            <a:r>
              <a:rPr lang="en-US" altLang="en-US" sz="1800"/>
              <a:t>CSS declarations sit inside curly brackets and each is made up of two parts: a property and a value, separated by a colon. You can specify several properties in one declaration, each separated by a semi-colon.</a:t>
            </a:r>
          </a:p>
        </p:txBody>
      </p:sp>
      <p:sp>
        <p:nvSpPr>
          <p:cNvPr id="5" name="Footer Placeholder 2"/>
          <p:cNvSpPr>
            <a:spLocks noGrp="1"/>
          </p:cNvSpPr>
          <p:nvPr>
            <p:ph type="ftr" sz="quarter" idx="11"/>
          </p:nvPr>
        </p:nvSpPr>
        <p:spPr/>
        <p:txBody>
          <a:bodyPr/>
          <a:lstStyle/>
          <a:p>
            <a:r>
              <a:rPr lang="en-US" altLang="en-US"/>
              <a:t>K. Lorenc - Last updated 2016/08/01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122"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solidFill>
                  <a:schemeClr val="tx1"/>
                </a:solidFill>
                <a:latin typeface="Arial" panose="020B0604020202020204" pitchFamily="34" charset="0"/>
              </a:rPr>
              <a:t>Selectors</a:t>
            </a:r>
          </a:p>
        </p:txBody>
      </p:sp>
      <p:sp>
        <p:nvSpPr>
          <p:cNvPr id="2124" name="Content Placeholder 4"/>
          <p:cNvSpPr>
            <a:spLocks noGrp="1" noChangeArrowheads="1"/>
          </p:cNvSpPr>
          <p:nvPr>
            <p:ph idx="4294967295"/>
          </p:nvPr>
        </p:nvSpPr>
        <p:spPr>
          <a:ln/>
        </p:spPr>
        <p:txBody>
          <a:bodyPr/>
          <a:lstStyle/>
          <a:p>
            <a:r>
              <a:rPr lang="en-US" altLang="en-US" sz="1800"/>
              <a:t>There are many different types of CSS selector that allow you to target rules to specific elements in an HTML document.</a:t>
            </a:r>
          </a:p>
          <a:p>
            <a:endParaRPr lang="en-US" altLang="en-US" sz="1800"/>
          </a:p>
          <a:p>
            <a:r>
              <a:rPr lang="en-US" altLang="en-US" sz="1800"/>
              <a:t>The table on the opposite page introduces the most commonly used CSS selectors.</a:t>
            </a:r>
          </a:p>
          <a:p>
            <a:endParaRPr lang="en-US" altLang="en-US" sz="1800"/>
          </a:p>
          <a:p>
            <a:r>
              <a:rPr lang="en-US" altLang="en-US" sz="1800"/>
              <a:t>CSS selectors are case sensitive, so they must match element names and attribute values exactly.</a:t>
            </a:r>
          </a:p>
          <a:p>
            <a:endParaRPr lang="en-US" altLang="en-US" sz="1800"/>
          </a:p>
          <a:p>
            <a:endParaRPr lang="en-US" altLang="en-US" sz="1800"/>
          </a:p>
          <a:p>
            <a:r>
              <a:rPr lang="en-US" altLang="en-US" sz="1800"/>
              <a:t>Example: </a:t>
            </a:r>
            <a:r>
              <a:rPr lang="en-US" altLang="en-US" sz="1800">
                <a:hlinkClick r:id="rId3"/>
              </a:rPr>
              <a:t>..\Examples\css-selectors.html</a:t>
            </a:r>
            <a:endParaRPr lang="en-US" altLang="en-US" sz="18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Footer Placeholder 2"/>
          <p:cNvSpPr>
            <a:spLocks noGrp="1"/>
          </p:cNvSpPr>
          <p:nvPr>
            <p:ph type="ftr" sz="quarter" idx="11"/>
          </p:nvPr>
        </p:nvSpPr>
        <p:spPr/>
        <p:txBody>
          <a:bodyPr/>
          <a:lstStyle/>
          <a:p>
            <a:r>
              <a:rPr lang="en-US" altLang="en-US"/>
              <a:t>K. Lorenc - Last updated 2016/08/01</a:t>
            </a:r>
          </a:p>
        </p:txBody>
      </p:sp>
      <p:sp>
        <p:nvSpPr>
          <p:cNvPr id="2127" name="Content Placeholder 1"/>
          <p:cNvSpPr>
            <a:spLocks noGrp="1" noChangeArrowheads="1"/>
          </p:cNvSpPr>
          <p:nvPr>
            <p:ph idx="4294967295"/>
          </p:nvPr>
        </p:nvSpPr>
        <p:spPr>
          <a:xfrm>
            <a:off x="457200" y="1066800"/>
            <a:ext cx="8229600" cy="4940300"/>
          </a:xfrm>
          <a:ln/>
        </p:spPr>
        <p:txBody>
          <a:bodyPr/>
          <a:lstStyle/>
          <a:p>
            <a:pPr marL="107950" indent="0"/>
            <a:endParaRPr lang="en-US" altLang="en-US" sz="2000"/>
          </a:p>
          <a:p>
            <a:pPr marL="107950" indent="0"/>
            <a:endParaRPr lang="en-US" altLang="en-US" sz="2000"/>
          </a:p>
          <a:p>
            <a:pPr marL="107950" indent="0"/>
            <a:endParaRPr lang="en-US" altLang="en-US" sz="2000"/>
          </a:p>
          <a:p>
            <a:pPr marL="107950" indent="0"/>
            <a:endParaRPr lang="en-US" altLang="en-US" sz="2000"/>
          </a:p>
          <a:p>
            <a:pPr marL="107950" indent="0">
              <a:buFont typeface="Wingdings 3" panose="05040102010807070707" pitchFamily="18" charset="2"/>
              <a:buNone/>
            </a:pPr>
            <a:endParaRPr lang="en-US" altLang="en-US" sz="2000"/>
          </a:p>
          <a:p>
            <a:pPr marL="107950" indent="0"/>
            <a:endParaRPr lang="en-US" altLang="en-US" sz="2000"/>
          </a:p>
          <a:p>
            <a:pPr marL="107950" indent="0"/>
            <a:endParaRPr lang="en-US" altLang="en-US" sz="2000"/>
          </a:p>
          <a:p>
            <a:pPr marL="107950" indent="0"/>
            <a:endParaRPr lang="en-US" altLang="en-US" sz="2000"/>
          </a:p>
        </p:txBody>
      </p:sp>
      <p:sp>
        <p:nvSpPr>
          <p:cNvPr id="2128"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solidFill>
                  <a:schemeClr val="tx1"/>
                </a:solidFill>
                <a:latin typeface="Arial" panose="020B0604020202020204" pitchFamily="34" charset="0"/>
              </a:rPr>
              <a:t>Examples of Selectors</a:t>
            </a:r>
          </a:p>
        </p:txBody>
      </p:sp>
      <p:sp>
        <p:nvSpPr>
          <p:cNvPr id="2130" name="Text Placeholder 3"/>
          <p:cNvSpPr>
            <a:spLocks noChangeArrowheads="1"/>
          </p:cNvSpPr>
          <p:nvPr/>
        </p:nvSpPr>
        <p:spPr bwMode="auto">
          <a:xfrm>
            <a:off x="457200" y="1400175"/>
            <a:ext cx="4040188"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7950"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eaLnBrk="0" hangingPunct="0">
              <a:defRPr>
                <a:solidFill>
                  <a:schemeClr val="tx1"/>
                </a:solidFill>
                <a:latin typeface="Arial" panose="020B0604020202020204" pitchFamily="34" charset="0"/>
                <a:cs typeface="Arial" panose="020B0604020202020204" pitchFamily="34" charset="0"/>
              </a:defRPr>
            </a:lvl3pPr>
            <a:lvl4pPr eaLnBrk="0" hangingPunct="0">
              <a:defRPr>
                <a:solidFill>
                  <a:schemeClr val="tx1"/>
                </a:solidFill>
                <a:latin typeface="Arial" panose="020B0604020202020204" pitchFamily="34" charset="0"/>
                <a:cs typeface="Arial" panose="020B0604020202020204" pitchFamily="34" charset="0"/>
              </a:defRPr>
            </a:lvl4pPr>
            <a:lvl5pPr eaLnBrk="0" hangingPunct="0">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ts val="400"/>
              </a:spcBef>
              <a:buClr>
                <a:schemeClr val="accent1"/>
              </a:buClr>
              <a:buSzPct val="68000"/>
              <a:buFont typeface="Wingdings 3" panose="05040102010807070707" pitchFamily="18" charset="2"/>
              <a:buNone/>
            </a:pPr>
            <a:r>
              <a:rPr lang="en-US" altLang="en-US" sz="2700">
                <a:latin typeface="Lucida Sans Unicode" panose="020B0602030504020204" pitchFamily="34" charset="0"/>
              </a:rPr>
              <a:t>HTML</a:t>
            </a:r>
          </a:p>
        </p:txBody>
      </p:sp>
      <p:sp>
        <p:nvSpPr>
          <p:cNvPr id="2131" name="Text Placeholder 4"/>
          <p:cNvSpPr>
            <a:spLocks noChangeArrowheads="1"/>
          </p:cNvSpPr>
          <p:nvPr/>
        </p:nvSpPr>
        <p:spPr bwMode="auto">
          <a:xfrm>
            <a:off x="4191000" y="1400175"/>
            <a:ext cx="4497388"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7950"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eaLnBrk="0" hangingPunct="0">
              <a:defRPr>
                <a:solidFill>
                  <a:schemeClr val="tx1"/>
                </a:solidFill>
                <a:latin typeface="Arial" panose="020B0604020202020204" pitchFamily="34" charset="0"/>
                <a:cs typeface="Arial" panose="020B0604020202020204" pitchFamily="34" charset="0"/>
              </a:defRPr>
            </a:lvl3pPr>
            <a:lvl4pPr eaLnBrk="0" hangingPunct="0">
              <a:defRPr>
                <a:solidFill>
                  <a:schemeClr val="tx1"/>
                </a:solidFill>
                <a:latin typeface="Arial" panose="020B0604020202020204" pitchFamily="34" charset="0"/>
                <a:cs typeface="Arial" panose="020B0604020202020204" pitchFamily="34" charset="0"/>
              </a:defRPr>
            </a:lvl4pPr>
            <a:lvl5pPr eaLnBrk="0" hangingPunct="0">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ts val="400"/>
              </a:spcBef>
              <a:buClr>
                <a:schemeClr val="accent1"/>
              </a:buClr>
              <a:buSzPct val="68000"/>
              <a:buFont typeface="Wingdings 3" panose="05040102010807070707" pitchFamily="18" charset="2"/>
              <a:buNone/>
            </a:pPr>
            <a:r>
              <a:rPr lang="en-US" altLang="en-US" sz="2700">
                <a:latin typeface="Lucida Sans Unicode" panose="020B0602030504020204" pitchFamily="34" charset="0"/>
              </a:rPr>
              <a:t> CSS Selector</a:t>
            </a:r>
          </a:p>
        </p:txBody>
      </p:sp>
      <p:sp>
        <p:nvSpPr>
          <p:cNvPr id="2132" name="Content Placeholder 1"/>
          <p:cNvSpPr>
            <a:spLocks noChangeArrowheads="1"/>
          </p:cNvSpPr>
          <p:nvPr/>
        </p:nvSpPr>
        <p:spPr bwMode="auto">
          <a:xfrm>
            <a:off x="457200" y="2201863"/>
            <a:ext cx="4038600" cy="3913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5125" indent="-255588"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eaLnBrk="0" hangingPunct="0">
              <a:defRPr>
                <a:solidFill>
                  <a:schemeClr val="tx1"/>
                </a:solidFill>
                <a:latin typeface="Arial" panose="020B0604020202020204" pitchFamily="34" charset="0"/>
                <a:cs typeface="Arial" panose="020B0604020202020204" pitchFamily="34" charset="0"/>
              </a:defRPr>
            </a:lvl3pPr>
            <a:lvl4pPr eaLnBrk="0" hangingPunct="0">
              <a:defRPr>
                <a:solidFill>
                  <a:schemeClr val="tx1"/>
                </a:solidFill>
                <a:latin typeface="Arial" panose="020B0604020202020204" pitchFamily="34" charset="0"/>
                <a:cs typeface="Arial" panose="020B0604020202020204" pitchFamily="34" charset="0"/>
              </a:defRPr>
            </a:lvl4pPr>
            <a:lvl5pPr eaLnBrk="0" hangingPunct="0">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&lt;p&gt;</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&lt;h1&gt;</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&lt;table&gt;</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&lt;tr&gt;</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&lt;td&gt;</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&lt;ul&gt;</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&lt;li&gt;</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&lt;option&gt;</a:t>
            </a:r>
          </a:p>
          <a:p>
            <a:pPr>
              <a:spcBef>
                <a:spcPts val="400"/>
              </a:spcBef>
              <a:buClr>
                <a:schemeClr val="accent1"/>
              </a:buClr>
              <a:buSzPct val="68000"/>
              <a:buFont typeface="Wingdings 3" panose="05040102010807070707" pitchFamily="18" charset="2"/>
              <a:buChar char=""/>
            </a:pPr>
            <a:endParaRPr lang="en-US" altLang="en-US" sz="2700" dirty="0">
              <a:latin typeface="Lucida Sans Unicode" panose="020B0602030504020204" pitchFamily="34" charset="0"/>
            </a:endParaRPr>
          </a:p>
          <a:p>
            <a:pPr>
              <a:spcBef>
                <a:spcPts val="400"/>
              </a:spcBef>
              <a:buClr>
                <a:schemeClr val="accent1"/>
              </a:buClr>
              <a:buSzPct val="68000"/>
              <a:buFont typeface="Wingdings 3" panose="05040102010807070707" pitchFamily="18" charset="2"/>
              <a:buChar char=""/>
            </a:pPr>
            <a:endParaRPr lang="en-US" altLang="en-US" sz="2700" dirty="0">
              <a:latin typeface="Lucida Sans Unicode" panose="020B0602030504020204" pitchFamily="34" charset="0"/>
            </a:endParaRPr>
          </a:p>
        </p:txBody>
      </p:sp>
      <p:sp>
        <p:nvSpPr>
          <p:cNvPr id="2133" name="Content Placeholder 5"/>
          <p:cNvSpPr>
            <a:spLocks noChangeArrowheads="1"/>
          </p:cNvSpPr>
          <p:nvPr/>
        </p:nvSpPr>
        <p:spPr bwMode="auto">
          <a:xfrm>
            <a:off x="4649788" y="2201863"/>
            <a:ext cx="4038600" cy="3913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5125" indent="-255588"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eaLnBrk="0" hangingPunct="0">
              <a:defRPr>
                <a:solidFill>
                  <a:schemeClr val="tx1"/>
                </a:solidFill>
                <a:latin typeface="Arial" panose="020B0604020202020204" pitchFamily="34" charset="0"/>
                <a:cs typeface="Arial" panose="020B0604020202020204" pitchFamily="34" charset="0"/>
              </a:defRPr>
            </a:lvl3pPr>
            <a:lvl4pPr eaLnBrk="0" hangingPunct="0">
              <a:defRPr>
                <a:solidFill>
                  <a:schemeClr val="tx1"/>
                </a:solidFill>
                <a:latin typeface="Arial" panose="020B0604020202020204" pitchFamily="34" charset="0"/>
                <a:cs typeface="Arial" panose="020B0604020202020204" pitchFamily="34" charset="0"/>
              </a:defRPr>
            </a:lvl4pPr>
            <a:lvl5pPr eaLnBrk="0" hangingPunct="0">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p {}</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h1 {}</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table {}</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tr {}</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td {}</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ul {}</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li {}</a:t>
            </a:r>
          </a:p>
          <a:p>
            <a:pPr>
              <a:spcBef>
                <a:spcPts val="400"/>
              </a:spcBef>
              <a:buClr>
                <a:schemeClr val="accent1"/>
              </a:buClr>
              <a:buSzPct val="68000"/>
              <a:buFont typeface="Arial" panose="020B0604020202020204" pitchFamily="34" charset="0"/>
              <a:buChar char="•"/>
            </a:pPr>
            <a:r>
              <a:rPr lang="en-US" altLang="en-US" sz="2700" dirty="0">
                <a:latin typeface="Lucida Sans Unicode" panose="020B0602030504020204" pitchFamily="34" charset="0"/>
              </a:rPr>
              <a:t>option {}</a:t>
            </a:r>
          </a:p>
          <a:p>
            <a:pPr>
              <a:spcBef>
                <a:spcPts val="400"/>
              </a:spcBef>
              <a:buClr>
                <a:schemeClr val="accent1"/>
              </a:buClr>
              <a:buSzPct val="68000"/>
              <a:buFont typeface="Wingdings 3" panose="05040102010807070707" pitchFamily="18" charset="2"/>
              <a:buChar char=""/>
            </a:pPr>
            <a:endParaRPr lang="en-US" altLang="en-US" sz="2700" dirty="0">
              <a:latin typeface="Lucida Sans Unicode" panose="020B0602030504020204"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1"/>
          </p:nvPr>
        </p:nvSpPr>
        <p:spPr/>
        <p:txBody>
          <a:bodyPr/>
          <a:lstStyle/>
          <a:p>
            <a:r>
              <a:rPr lang="en-US" altLang="en-US"/>
              <a:t>K. Lorenc - Last updated 2016/08/01</a:t>
            </a:r>
          </a:p>
        </p:txBody>
      </p:sp>
      <p:sp>
        <p:nvSpPr>
          <p:cNvPr id="2136" name="Content Placeholder 1"/>
          <p:cNvSpPr>
            <a:spLocks noGrp="1" noChangeArrowheads="1"/>
          </p:cNvSpPr>
          <p:nvPr>
            <p:ph idx="4294967295"/>
          </p:nvPr>
        </p:nvSpPr>
        <p:spPr>
          <a:xfrm>
            <a:off x="457200" y="1066800"/>
            <a:ext cx="8229600" cy="4940300"/>
          </a:xfrm>
          <a:ln/>
        </p:spPr>
        <p:txBody>
          <a:bodyPr/>
          <a:lstStyle/>
          <a:p>
            <a:pPr marL="107950" indent="0"/>
            <a:endParaRPr lang="en-US" altLang="en-US" sz="2000"/>
          </a:p>
          <a:p>
            <a:pPr marL="107950" indent="0"/>
            <a:endParaRPr lang="en-US" altLang="en-US" sz="2000"/>
          </a:p>
          <a:p>
            <a:pPr marL="107950" indent="0"/>
            <a:endParaRPr lang="en-US" altLang="en-US" sz="2000"/>
          </a:p>
          <a:p>
            <a:pPr marL="107950" indent="0"/>
            <a:endParaRPr lang="en-US" altLang="en-US" sz="2000"/>
          </a:p>
          <a:p>
            <a:pPr marL="107950" indent="0">
              <a:buFont typeface="Wingdings 3" panose="05040102010807070707" pitchFamily="18" charset="2"/>
              <a:buNone/>
            </a:pPr>
            <a:endParaRPr lang="en-US" altLang="en-US" sz="2000"/>
          </a:p>
          <a:p>
            <a:pPr marL="107950" indent="0"/>
            <a:endParaRPr lang="en-US" altLang="en-US" sz="2000"/>
          </a:p>
          <a:p>
            <a:pPr marL="107950" indent="0"/>
            <a:endParaRPr lang="en-US" altLang="en-US" sz="2000"/>
          </a:p>
          <a:p>
            <a:pPr marL="107950" indent="0"/>
            <a:endParaRPr lang="en-US" altLang="en-US" sz="2000"/>
          </a:p>
        </p:txBody>
      </p:sp>
      <p:sp>
        <p:nvSpPr>
          <p:cNvPr id="2137"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solidFill>
                  <a:schemeClr val="tx1"/>
                </a:solidFill>
                <a:latin typeface="Arial" panose="020B0604020202020204" pitchFamily="34" charset="0"/>
              </a:rPr>
              <a:t>Examples of Selectors</a:t>
            </a:r>
          </a:p>
        </p:txBody>
      </p:sp>
      <p:pic>
        <p:nvPicPr>
          <p:cNvPr id="2139" name="Picture 3"/>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90600"/>
            <a:ext cx="8153400" cy="484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ltLang="en-US"/>
              <a:t>K. Lorenc - Last updated 2016/08/01</a:t>
            </a:r>
          </a:p>
        </p:txBody>
      </p:sp>
      <p:sp>
        <p:nvSpPr>
          <p:cNvPr id="2142" name="Content Placeholder 1"/>
          <p:cNvSpPr>
            <a:spLocks noGrp="1" noChangeArrowheads="1"/>
          </p:cNvSpPr>
          <p:nvPr>
            <p:ph idx="4294967295"/>
          </p:nvPr>
        </p:nvSpPr>
        <p:spPr>
          <a:xfrm>
            <a:off x="457200" y="1066800"/>
            <a:ext cx="8229600" cy="4940300"/>
          </a:xfrm>
          <a:ln/>
        </p:spPr>
        <p:txBody>
          <a:bodyPr/>
          <a:lstStyle/>
          <a:p>
            <a:pPr marL="107950" indent="0"/>
            <a:endParaRPr lang="en-US" altLang="en-US" sz="2000" dirty="0"/>
          </a:p>
          <a:p>
            <a:pPr marL="107950" indent="0"/>
            <a:r>
              <a:rPr lang="en-US" altLang="en-US" sz="2000" dirty="0"/>
              <a:t>When several selectors share the same declarations, they may be grouped into a comma-separated list.</a:t>
            </a:r>
          </a:p>
          <a:p>
            <a:pPr marL="107950" indent="0"/>
            <a:endParaRPr lang="en-US" altLang="en-US" sz="2000" dirty="0"/>
          </a:p>
          <a:p>
            <a:pPr marL="107950" indent="0" eaLnBrk="1" hangingPunct="1">
              <a:buFont typeface="Wingdings 3" panose="05040102010807070707" pitchFamily="18" charset="2"/>
              <a:buNone/>
            </a:pPr>
            <a:endParaRPr lang="en-US" altLang="en-US" sz="2000" dirty="0"/>
          </a:p>
          <a:p>
            <a:pPr marL="107950" indent="0" eaLnBrk="1" hangingPunct="1">
              <a:buFont typeface="Wingdings 3" panose="05040102010807070707" pitchFamily="18" charset="2"/>
              <a:buNone/>
            </a:pPr>
            <a:endParaRPr lang="en-US" altLang="en-US" sz="2000" dirty="0"/>
          </a:p>
          <a:p>
            <a:pPr marL="107950" indent="0" eaLnBrk="1" hangingPunct="1">
              <a:buFont typeface="Wingdings 3" panose="05040102010807070707" pitchFamily="18" charset="2"/>
              <a:buNone/>
            </a:pPr>
            <a:endParaRPr lang="en-US" altLang="en-US" sz="2000" dirty="0"/>
          </a:p>
          <a:p>
            <a:pPr marL="107950" indent="0" eaLnBrk="1" hangingPunct="1">
              <a:buFont typeface="Wingdings 3" panose="05040102010807070707" pitchFamily="18" charset="2"/>
              <a:buNone/>
            </a:pPr>
            <a:endParaRPr lang="en-US" altLang="en-US" sz="2000" dirty="0"/>
          </a:p>
          <a:p>
            <a:pPr marL="107950" indent="0" eaLnBrk="1" hangingPunct="1"/>
            <a:r>
              <a:rPr lang="en-US" altLang="en-US" sz="2000" dirty="0"/>
              <a:t>can be simplified to:</a:t>
            </a:r>
          </a:p>
          <a:p>
            <a:pPr marL="107950" indent="0" eaLnBrk="1" hangingPunct="1"/>
            <a:endParaRPr lang="en-US" altLang="en-US" sz="2000" dirty="0"/>
          </a:p>
          <a:p>
            <a:pPr marL="107950" indent="0" eaLnBrk="1" hangingPunct="1"/>
            <a:endParaRPr lang="en-US" altLang="en-US" sz="2000" dirty="0"/>
          </a:p>
          <a:p>
            <a:pPr marL="107950" indent="0" eaLnBrk="1" hangingPunct="1">
              <a:buFont typeface="Wingdings 3" panose="05040102010807070707" pitchFamily="18" charset="2"/>
              <a:buNone/>
            </a:pPr>
            <a:endParaRPr lang="en-US" altLang="en-US" sz="2000" dirty="0"/>
          </a:p>
          <a:p>
            <a:pPr marL="107950" indent="0" eaLnBrk="1" hangingPunct="1">
              <a:buFont typeface="Wingdings 3" panose="05040102010807070707" pitchFamily="18" charset="2"/>
              <a:buNone/>
            </a:pPr>
            <a:endParaRPr lang="en-US" altLang="en-US" sz="2000" dirty="0"/>
          </a:p>
        </p:txBody>
      </p:sp>
      <p:sp>
        <p:nvSpPr>
          <p:cNvPr id="2143"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t>Grouping Selectors </a:t>
            </a:r>
            <a:endParaRPr lang="en-US" altLang="en-US" sz="2800">
              <a:solidFill>
                <a:schemeClr val="tx1"/>
              </a:solidFill>
              <a:latin typeface="Arial" panose="020B0604020202020204" pitchFamily="34" charset="0"/>
            </a:endParaRPr>
          </a:p>
        </p:txBody>
      </p:sp>
      <p:sp>
        <p:nvSpPr>
          <p:cNvPr id="2145" name="Rounded Rectangle 4"/>
          <p:cNvSpPr>
            <a:spLocks noChangeArrowheads="1"/>
          </p:cNvSpPr>
          <p:nvPr/>
        </p:nvSpPr>
        <p:spPr bwMode="auto">
          <a:xfrm>
            <a:off x="1295400" y="2209800"/>
            <a:ext cx="3962400" cy="1447800"/>
          </a:xfrm>
          <a:prstGeom prst="roundRect">
            <a:avLst>
              <a:gd name="adj" fmla="val 16667"/>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dirty="0"/>
              <a:t>h1 { font-family: sans-serif } </a:t>
            </a:r>
          </a:p>
          <a:p>
            <a:pPr algn="ctr" eaLnBrk="0" hangingPunct="0"/>
            <a:r>
              <a:rPr lang="en-US" altLang="en-US" dirty="0"/>
              <a:t>h2 { font-family: sans-serif } </a:t>
            </a:r>
          </a:p>
          <a:p>
            <a:pPr algn="ctr" eaLnBrk="0" hangingPunct="0"/>
            <a:r>
              <a:rPr lang="en-US" altLang="en-US" dirty="0"/>
              <a:t>h3 { font-family: sans-serif }</a:t>
            </a:r>
          </a:p>
        </p:txBody>
      </p:sp>
      <p:sp>
        <p:nvSpPr>
          <p:cNvPr id="2146" name="Rounded Rectangle 6"/>
          <p:cNvSpPr>
            <a:spLocks noChangeArrowheads="1"/>
          </p:cNvSpPr>
          <p:nvPr/>
        </p:nvSpPr>
        <p:spPr bwMode="auto">
          <a:xfrm>
            <a:off x="1295400" y="4459288"/>
            <a:ext cx="3962400" cy="609600"/>
          </a:xfrm>
          <a:prstGeom prst="roundRect">
            <a:avLst>
              <a:gd name="adj" fmla="val 16667"/>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dirty="0"/>
              <a:t>h1, h2, h3 { font-family: sans-serif }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149" name="Content Placeholder 1"/>
          <p:cNvSpPr>
            <a:spLocks noGrp="1" noChangeArrowheads="1"/>
          </p:cNvSpPr>
          <p:nvPr>
            <p:ph idx="4294967295"/>
          </p:nvPr>
        </p:nvSpPr>
        <p:spPr>
          <a:xfrm>
            <a:off x="457200" y="1066800"/>
            <a:ext cx="8229600" cy="4940300"/>
          </a:xfrm>
          <a:ln/>
        </p:spPr>
        <p:txBody>
          <a:bodyPr/>
          <a:lstStyle/>
          <a:p>
            <a:pPr marL="111125" indent="-1588"/>
            <a:endParaRPr lang="en-US" altLang="en-US" sz="2000"/>
          </a:p>
          <a:p>
            <a:pPr marL="111125" indent="-1588"/>
            <a:endParaRPr lang="en-US" altLang="en-US" sz="2000"/>
          </a:p>
          <a:p>
            <a:pPr marL="111125" indent="-1588"/>
            <a:r>
              <a:rPr lang="en-US" altLang="en-US" sz="2000"/>
              <a:t>Most of your HTML tags will now contain either a class or an ID</a:t>
            </a:r>
          </a:p>
          <a:p>
            <a:pPr marL="111125" indent="-1588"/>
            <a:endParaRPr lang="en-US" altLang="en-US" sz="2000"/>
          </a:p>
          <a:p>
            <a:pPr marL="111125" indent="-1588"/>
            <a:r>
              <a:rPr lang="en-US" altLang="en-US" sz="2000"/>
              <a:t>The id selector is used to specify a style for a single, unique element.</a:t>
            </a:r>
          </a:p>
          <a:p>
            <a:pPr marL="111125" indent="-1588"/>
            <a:endParaRPr lang="en-US" altLang="en-US" sz="2000"/>
          </a:p>
          <a:p>
            <a:pPr marL="111125" indent="-1588"/>
            <a:r>
              <a:rPr lang="en-US" altLang="en-US" sz="2000"/>
              <a:t>The class selector is used to specify a style for a group of elements. </a:t>
            </a:r>
          </a:p>
          <a:p>
            <a:pPr marL="111125" indent="-1588"/>
            <a:endParaRPr lang="en-US" altLang="en-US" sz="2000"/>
          </a:p>
          <a:p>
            <a:pPr marL="111125" indent="-1588"/>
            <a:r>
              <a:rPr lang="en-US" altLang="en-US" sz="2000"/>
              <a:t>Unlike the id selector, the class selector is most often used on several elements.</a:t>
            </a:r>
          </a:p>
          <a:p>
            <a:pPr marL="111125" indent="-1588" eaLnBrk="1" hangingPunct="1">
              <a:buFont typeface="Wingdings 3" panose="05040102010807070707" pitchFamily="18" charset="2"/>
              <a:buNone/>
            </a:pPr>
            <a:endParaRPr lang="en-US" altLang="en-US" sz="2000"/>
          </a:p>
        </p:txBody>
      </p:sp>
      <p:sp>
        <p:nvSpPr>
          <p:cNvPr id="2150"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t>Class vs. ID</a:t>
            </a:r>
            <a:endParaRPr lang="en-US" altLang="en-US" sz="2800">
              <a:solidFill>
                <a:schemeClr val="tx1"/>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ltLang="en-US"/>
              <a:t>K. Lorenc - Last updated 2016/08/01</a:t>
            </a:r>
          </a:p>
        </p:txBody>
      </p:sp>
      <p:sp>
        <p:nvSpPr>
          <p:cNvPr id="2154"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t>ID Examples</a:t>
            </a:r>
            <a:endParaRPr lang="en-US" altLang="en-US" sz="2800">
              <a:solidFill>
                <a:schemeClr val="tx1"/>
              </a:solidFill>
              <a:latin typeface="Arial" panose="020B0604020202020204" pitchFamily="34" charset="0"/>
            </a:endParaRPr>
          </a:p>
        </p:txBody>
      </p:sp>
      <p:sp>
        <p:nvSpPr>
          <p:cNvPr id="2156" name="Content Placeholder 1"/>
          <p:cNvSpPr>
            <a:spLocks noGrp="1" noChangeArrowheads="1"/>
          </p:cNvSpPr>
          <p:nvPr>
            <p:ph idx="4294967295"/>
          </p:nvPr>
        </p:nvSpPr>
        <p:spPr>
          <a:ln/>
        </p:spPr>
        <p:txBody>
          <a:bodyPr/>
          <a:lstStyle/>
          <a:p>
            <a:r>
              <a:rPr lang="en-US" altLang="en-US" sz="2000"/>
              <a:t>The id selector uses the id attribute of the HTML element, and is defined with a "#".</a:t>
            </a:r>
          </a:p>
          <a:p>
            <a:endParaRPr lang="en-US" altLang="en-US" sz="2000"/>
          </a:p>
          <a:p>
            <a:r>
              <a:rPr lang="en-US" altLang="en-US" sz="2000"/>
              <a:t>HTML:</a:t>
            </a:r>
          </a:p>
          <a:p>
            <a:endParaRPr lang="en-US" altLang="en-US" sz="2000"/>
          </a:p>
          <a:p>
            <a:endParaRPr lang="en-US" altLang="en-US" sz="2000"/>
          </a:p>
          <a:p>
            <a:endParaRPr lang="en-US" altLang="en-US" sz="2000"/>
          </a:p>
          <a:p>
            <a:r>
              <a:rPr lang="en-US" altLang="en-US" sz="2000"/>
              <a:t>CSS:</a:t>
            </a:r>
          </a:p>
        </p:txBody>
      </p:sp>
      <p:sp>
        <p:nvSpPr>
          <p:cNvPr id="2157" name="Rounded Rectangle 4"/>
          <p:cNvSpPr>
            <a:spLocks noChangeArrowheads="1"/>
          </p:cNvSpPr>
          <p:nvPr/>
        </p:nvSpPr>
        <p:spPr bwMode="auto">
          <a:xfrm>
            <a:off x="990600" y="2895600"/>
            <a:ext cx="2743200" cy="609600"/>
          </a:xfrm>
          <a:prstGeom prst="roundRect">
            <a:avLst>
              <a:gd name="adj" fmla="val 16667"/>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&lt;p id=“intro”&gt; </a:t>
            </a:r>
          </a:p>
        </p:txBody>
      </p:sp>
      <p:sp>
        <p:nvSpPr>
          <p:cNvPr id="2158" name="Rounded Rectangle 6"/>
          <p:cNvSpPr>
            <a:spLocks noChangeArrowheads="1"/>
          </p:cNvSpPr>
          <p:nvPr/>
        </p:nvSpPr>
        <p:spPr bwMode="auto">
          <a:xfrm>
            <a:off x="990600" y="4343400"/>
            <a:ext cx="5105400" cy="1295400"/>
          </a:xfrm>
          <a:prstGeom prst="roundRect">
            <a:avLst>
              <a:gd name="adj" fmla="val 16667"/>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#intro {font-family: sans-serif;</a:t>
            </a:r>
          </a:p>
          <a:p>
            <a:pPr algn="ctr" eaLnBrk="0" hangingPunct="0"/>
            <a:r>
              <a:rPr lang="en-US" altLang="en-US"/>
              <a:t>      font-size: medium; </a:t>
            </a:r>
          </a:p>
          <a:p>
            <a:pPr algn="ctr" eaLnBrk="0" hangingPunct="0"/>
            <a:r>
              <a:rPr lang="en-US" altLang="en-US"/>
              <a:t>           font-weight: normal; }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ltLang="en-US"/>
              <a:t>K. Lorenc - Last updated 2016/08/01</a:t>
            </a:r>
          </a:p>
        </p:txBody>
      </p:sp>
      <p:sp>
        <p:nvSpPr>
          <p:cNvPr id="2161"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t>Class Example</a:t>
            </a:r>
            <a:endParaRPr lang="en-US" altLang="en-US" sz="2800">
              <a:solidFill>
                <a:schemeClr val="tx1"/>
              </a:solidFill>
              <a:latin typeface="Arial" panose="020B0604020202020204" pitchFamily="34" charset="0"/>
            </a:endParaRPr>
          </a:p>
        </p:txBody>
      </p:sp>
      <p:sp>
        <p:nvSpPr>
          <p:cNvPr id="2163" name="Content Placeholder 3"/>
          <p:cNvSpPr>
            <a:spLocks noGrp="1" noChangeArrowheads="1"/>
          </p:cNvSpPr>
          <p:nvPr>
            <p:ph idx="4294967295"/>
          </p:nvPr>
        </p:nvSpPr>
        <p:spPr>
          <a:ln/>
        </p:spPr>
        <p:txBody>
          <a:bodyPr/>
          <a:lstStyle/>
          <a:p>
            <a:r>
              <a:rPr lang="en-US" altLang="en-US" sz="2000"/>
              <a:t>The class selector uses the HTML class attribute, and is defined with a "." </a:t>
            </a:r>
          </a:p>
          <a:p>
            <a:endParaRPr lang="en-US" altLang="en-US" sz="2000"/>
          </a:p>
          <a:p>
            <a:r>
              <a:rPr lang="en-US" altLang="en-US" sz="2000"/>
              <a:t>HTML:</a:t>
            </a:r>
          </a:p>
          <a:p>
            <a:endParaRPr lang="en-US" altLang="en-US" sz="2000"/>
          </a:p>
          <a:p>
            <a:endParaRPr lang="en-US" altLang="en-US" sz="2000"/>
          </a:p>
          <a:p>
            <a:endParaRPr lang="en-US" altLang="en-US" sz="2000"/>
          </a:p>
          <a:p>
            <a:r>
              <a:rPr lang="en-US" altLang="en-US" sz="2000"/>
              <a:t>CSS:</a:t>
            </a:r>
          </a:p>
          <a:p>
            <a:endParaRPr lang="en-US" altLang="en-US" sz="2000"/>
          </a:p>
        </p:txBody>
      </p:sp>
      <p:sp>
        <p:nvSpPr>
          <p:cNvPr id="2164" name="Rounded Rectangle 4"/>
          <p:cNvSpPr>
            <a:spLocks noChangeArrowheads="1"/>
          </p:cNvSpPr>
          <p:nvPr/>
        </p:nvSpPr>
        <p:spPr bwMode="auto">
          <a:xfrm>
            <a:off x="914400" y="2971800"/>
            <a:ext cx="2743200" cy="609600"/>
          </a:xfrm>
          <a:prstGeom prst="roundRect">
            <a:avLst>
              <a:gd name="adj" fmla="val 16667"/>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&lt;p class=“intro”&gt; </a:t>
            </a:r>
          </a:p>
        </p:txBody>
      </p:sp>
      <p:sp>
        <p:nvSpPr>
          <p:cNvPr id="2165" name="Rounded Rectangle 6"/>
          <p:cNvSpPr>
            <a:spLocks noChangeArrowheads="1"/>
          </p:cNvSpPr>
          <p:nvPr/>
        </p:nvSpPr>
        <p:spPr bwMode="auto">
          <a:xfrm>
            <a:off x="944563" y="4424363"/>
            <a:ext cx="4465637" cy="1295400"/>
          </a:xfrm>
          <a:prstGeom prst="roundRect">
            <a:avLst>
              <a:gd name="adj" fmla="val 16667"/>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.intro {font-family: sans-serif;</a:t>
            </a:r>
          </a:p>
          <a:p>
            <a:pPr algn="ctr" eaLnBrk="0" hangingPunct="0"/>
            <a:r>
              <a:rPr lang="en-US" altLang="en-US"/>
              <a:t>      font-size: medium; </a:t>
            </a:r>
          </a:p>
          <a:p>
            <a:pPr algn="ctr" eaLnBrk="0" hangingPunct="0"/>
            <a:r>
              <a:rPr lang="en-US" altLang="en-US"/>
              <a:t>           font-weight: normal; }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69" name="Title 2"/>
          <p:cNvSpPr>
            <a:spLocks noGrp="1" noChangeArrowheads="1"/>
          </p:cNvSpPr>
          <p:nvPr>
            <p:ph type="title"/>
          </p:nvPr>
        </p:nvSpPr>
        <p:spPr>
          <a:ln/>
        </p:spPr>
        <p:txBody>
          <a:bodyPr/>
          <a:lstStyle/>
          <a:p>
            <a:pPr eaLnBrk="1" hangingPunct="1"/>
            <a:r>
              <a:rPr lang="en-US" altLang="en-US" sz="2800"/>
              <a:t>How CSS Rules Cascade</a:t>
            </a:r>
          </a:p>
        </p:txBody>
      </p:sp>
      <p:sp>
        <p:nvSpPr>
          <p:cNvPr id="2168" name="Content Placeholder 1"/>
          <p:cNvSpPr>
            <a:spLocks noGrp="1" noChangeArrowheads="1"/>
          </p:cNvSpPr>
          <p:nvPr>
            <p:ph idx="1"/>
          </p:nvPr>
        </p:nvSpPr>
        <p:spPr>
          <a:ln/>
        </p:spPr>
        <p:txBody>
          <a:bodyPr/>
          <a:lstStyle/>
          <a:p>
            <a:r>
              <a:rPr lang="en-US" altLang="en-US" sz="2000"/>
              <a:t>If there are two or more rules that apply to the same element, it is important to understand which will take precedence.</a:t>
            </a:r>
          </a:p>
          <a:p>
            <a:pPr lvl="1"/>
            <a:r>
              <a:rPr lang="en-US" altLang="en-US" sz="1600"/>
              <a:t>LAST RULE - If the two selectors are identical, the latter of the two will take precedence. In the example below you can see the second i selector takes precedence over the first.</a:t>
            </a:r>
          </a:p>
          <a:p>
            <a:pPr lvl="1"/>
            <a:r>
              <a:rPr lang="en-US" altLang="en-US" sz="1600"/>
              <a:t>SPECIFICITY - If one selector is more specific than the others, the more specific rule will take precedence over more general ones. </a:t>
            </a:r>
            <a:endParaRPr lang="ru-RU" altLang="en-US" sz="1600"/>
          </a:p>
          <a:p>
            <a:pPr lvl="1"/>
            <a:r>
              <a:rPr lang="en-US" altLang="en-US" sz="1600"/>
              <a:t>IMPORTANT -  You can add </a:t>
            </a:r>
            <a:r>
              <a:rPr lang="en-US" altLang="en-US" sz="1600" b="1"/>
              <a:t>!important </a:t>
            </a:r>
            <a:r>
              <a:rPr lang="en-US" altLang="en-US" sz="1600"/>
              <a:t>after any property value to indicate that it should be considered more important than other rules that apply to the same element.</a:t>
            </a:r>
          </a:p>
          <a:p>
            <a:pPr lvl="1"/>
            <a:endParaRPr lang="en-US" altLang="en-US" sz="1600"/>
          </a:p>
          <a:p>
            <a:r>
              <a:rPr lang="en-US" altLang="en-US" sz="2000"/>
              <a:t>Understanding how CSS rules cascade means you can write simpler style sheets because you can create generic rules that apply to most elements and then override the properties on individual elements that need to appear differently.</a:t>
            </a:r>
          </a:p>
          <a:p>
            <a:r>
              <a:rPr lang="en-US" altLang="en-US" sz="2000"/>
              <a:t>Example: </a:t>
            </a:r>
            <a:r>
              <a:rPr lang="en-US" altLang="en-US" sz="2000">
                <a:hlinkClick r:id="rId3"/>
              </a:rPr>
              <a:t>..\Examples\cascade.html</a:t>
            </a:r>
            <a:endParaRPr lang="en-US" altLang="en-US" sz="2000"/>
          </a:p>
        </p:txBody>
      </p:sp>
      <p:sp>
        <p:nvSpPr>
          <p:cNvPr id="5" name="Footer Placeholder 2"/>
          <p:cNvSpPr>
            <a:spLocks noGrp="1"/>
          </p:cNvSpPr>
          <p:nvPr>
            <p:ph type="ftr" sz="quarter" idx="11"/>
          </p:nvPr>
        </p:nvSpPr>
        <p:spPr/>
        <p:txBody>
          <a:bodyPr/>
          <a:lstStyle/>
          <a:p>
            <a:r>
              <a:rPr lang="en-US" altLang="en-US"/>
              <a:t>K. Lorenc - Last updated 2016/08/01</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74" name="Title 2"/>
          <p:cNvSpPr>
            <a:spLocks noGrp="1" noChangeArrowheads="1"/>
          </p:cNvSpPr>
          <p:nvPr>
            <p:ph type="title"/>
          </p:nvPr>
        </p:nvSpPr>
        <p:spPr>
          <a:ln/>
        </p:spPr>
        <p:txBody>
          <a:bodyPr/>
          <a:lstStyle/>
          <a:p>
            <a:pPr eaLnBrk="1" hangingPunct="1"/>
            <a:r>
              <a:rPr lang="en-US" altLang="en-US" sz="2800"/>
              <a:t>Inheritance</a:t>
            </a:r>
          </a:p>
        </p:txBody>
      </p:sp>
      <p:sp>
        <p:nvSpPr>
          <p:cNvPr id="2173" name="Content Placeholder 1"/>
          <p:cNvSpPr>
            <a:spLocks noGrp="1" noChangeArrowheads="1"/>
          </p:cNvSpPr>
          <p:nvPr>
            <p:ph idx="1"/>
          </p:nvPr>
        </p:nvSpPr>
        <p:spPr>
          <a:ln/>
        </p:spPr>
        <p:txBody>
          <a:bodyPr/>
          <a:lstStyle/>
          <a:p>
            <a:r>
              <a:rPr lang="en-US" altLang="en-US" sz="2000"/>
              <a:t>If you specify the </a:t>
            </a:r>
            <a:r>
              <a:rPr lang="en-US" altLang="en-US" sz="2000" b="1"/>
              <a:t>font-family </a:t>
            </a:r>
            <a:r>
              <a:rPr lang="en-US" altLang="en-US" sz="2000"/>
              <a:t>or </a:t>
            </a:r>
            <a:r>
              <a:rPr lang="en-US" altLang="en-US" sz="2000" b="1"/>
              <a:t>color </a:t>
            </a:r>
            <a:r>
              <a:rPr lang="en-US" altLang="en-US" sz="2000"/>
              <a:t>properties on the </a:t>
            </a:r>
            <a:r>
              <a:rPr lang="en-US" altLang="en-US" sz="2000" b="1"/>
              <a:t>&lt;body&gt; </a:t>
            </a:r>
            <a:r>
              <a:rPr lang="en-US" altLang="en-US" sz="2000"/>
              <a:t>element, they will apply to most child elements.</a:t>
            </a:r>
          </a:p>
          <a:p>
            <a:endParaRPr lang="en-US" altLang="en-US" sz="2000"/>
          </a:p>
          <a:p>
            <a:r>
              <a:rPr lang="en-US" altLang="en-US" sz="2000"/>
              <a:t>This is because the value of the </a:t>
            </a:r>
            <a:r>
              <a:rPr lang="en-US" altLang="en-US" sz="2000" b="1"/>
              <a:t>font-family </a:t>
            </a:r>
            <a:r>
              <a:rPr lang="en-US" altLang="en-US" sz="2000"/>
              <a:t>property is </a:t>
            </a:r>
            <a:r>
              <a:rPr lang="en-US" altLang="en-US" sz="2000" b="1"/>
              <a:t>inherited </a:t>
            </a:r>
            <a:r>
              <a:rPr lang="en-US" altLang="en-US" sz="2000"/>
              <a:t>by child elements </a:t>
            </a:r>
            <a:endParaRPr lang="ru-RU" altLang="en-US" sz="2000"/>
          </a:p>
          <a:p>
            <a:endParaRPr lang="ru-RU" altLang="en-US" sz="2000"/>
          </a:p>
          <a:p>
            <a:r>
              <a:rPr lang="en-US" altLang="en-US" sz="2000"/>
              <a:t>It saves you from having to apply these properties to as many elements (and results in simpler style sheets)</a:t>
            </a:r>
          </a:p>
          <a:p>
            <a:endParaRPr lang="en-US" altLang="en-US" sz="2000"/>
          </a:p>
          <a:p>
            <a:r>
              <a:rPr lang="en-US" altLang="en-US" sz="2000"/>
              <a:t>You can compare this with the </a:t>
            </a:r>
            <a:r>
              <a:rPr lang="en-US" altLang="en-US" sz="2000" b="1"/>
              <a:t>background-color </a:t>
            </a:r>
            <a:r>
              <a:rPr lang="en-US" altLang="en-US" sz="2000"/>
              <a:t>or  </a:t>
            </a:r>
            <a:r>
              <a:rPr lang="en-US" altLang="en-US" sz="2000" b="1"/>
              <a:t>border </a:t>
            </a:r>
            <a:r>
              <a:rPr lang="en-US" altLang="en-US" sz="2000"/>
              <a:t>properties; they are </a:t>
            </a:r>
            <a:r>
              <a:rPr lang="en-US" altLang="en-US" sz="2000" b="1"/>
              <a:t>not inherited </a:t>
            </a:r>
            <a:r>
              <a:rPr lang="en-US" altLang="en-US" sz="2000"/>
              <a:t>by child elements</a:t>
            </a:r>
          </a:p>
          <a:p>
            <a:endParaRPr lang="en-US" altLang="en-US" sz="2000"/>
          </a:p>
          <a:p>
            <a:r>
              <a:rPr lang="en-US" altLang="en-US" sz="2000"/>
              <a:t>Example: </a:t>
            </a:r>
            <a:r>
              <a:rPr lang="en-US" altLang="en-US" sz="2000">
                <a:hlinkClick r:id="rId3"/>
              </a:rPr>
              <a:t>..\Examples\inheritance.html</a:t>
            </a:r>
            <a:endParaRPr lang="en-US" altLang="en-US" sz="2000"/>
          </a:p>
          <a:p>
            <a:endParaRPr lang="en-US" altLang="en-US" sz="2000"/>
          </a:p>
          <a:p>
            <a:endParaRPr lang="en-US" altLang="en-US" sz="2000"/>
          </a:p>
          <a:p>
            <a:endParaRPr lang="en-US" altLang="en-US" sz="2000"/>
          </a:p>
        </p:txBody>
      </p:sp>
      <p:sp>
        <p:nvSpPr>
          <p:cNvPr id="5" name="Footer Placeholder 2"/>
          <p:cNvSpPr>
            <a:spLocks noGrp="1"/>
          </p:cNvSpPr>
          <p:nvPr>
            <p:ph type="ftr" sz="quarter" idx="11"/>
          </p:nvPr>
        </p:nvSpPr>
        <p:spPr/>
        <p:txBody>
          <a:bodyPr/>
          <a:lstStyle/>
          <a:p>
            <a:r>
              <a:rPr lang="en-US" altLang="en-US"/>
              <a:t>K. Lorenc - Last updated 2016/08/01</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9" name="Title 2"/>
          <p:cNvSpPr>
            <a:spLocks noGrp="1" noChangeArrowheads="1"/>
          </p:cNvSpPr>
          <p:nvPr>
            <p:ph type="title"/>
          </p:nvPr>
        </p:nvSpPr>
        <p:spPr>
          <a:ln/>
        </p:spPr>
        <p:txBody>
          <a:bodyPr/>
          <a:lstStyle/>
          <a:p>
            <a:pPr eaLnBrk="1" hangingPunct="1"/>
            <a:r>
              <a:rPr lang="en-US" altLang="en-US" sz="2800">
                <a:solidFill>
                  <a:schemeClr val="tx1"/>
                </a:solidFill>
                <a:latin typeface="Arial" panose="020B0604020202020204" pitchFamily="34" charset="0"/>
              </a:rPr>
              <a:t>Why use external style sheets</a:t>
            </a:r>
          </a:p>
        </p:txBody>
      </p:sp>
      <p:sp>
        <p:nvSpPr>
          <p:cNvPr id="2178" name="Content Placeholder 1"/>
          <p:cNvSpPr>
            <a:spLocks noGrp="1" noChangeArrowheads="1"/>
          </p:cNvSpPr>
          <p:nvPr>
            <p:ph idx="1"/>
          </p:nvPr>
        </p:nvSpPr>
        <p:spPr>
          <a:ln/>
        </p:spPr>
        <p:txBody>
          <a:bodyPr/>
          <a:lstStyle/>
          <a:p>
            <a:r>
              <a:rPr lang="en-US" altLang="en-US" sz="2000"/>
              <a:t>All of your web pages can share the same style sheet</a:t>
            </a:r>
          </a:p>
          <a:p>
            <a:r>
              <a:rPr lang="en-US" altLang="en-US" sz="2000"/>
              <a:t>Once the user has downloaded the CSS stylesheet, the rest of the site will load faster.</a:t>
            </a:r>
          </a:p>
          <a:p>
            <a:endParaRPr lang="ru-RU" altLang="en-US" sz="2000"/>
          </a:p>
          <a:p>
            <a:r>
              <a:rPr lang="en-US" altLang="en-US" sz="2000"/>
              <a:t>If you want to make a change to how your site appears, you only need to edit the one CSS file and all of your pages will be updated.</a:t>
            </a:r>
          </a:p>
          <a:p>
            <a:endParaRPr lang="en-US" altLang="en-US" sz="2000"/>
          </a:p>
          <a:p>
            <a:r>
              <a:rPr lang="en-US" altLang="en-US" sz="2000"/>
              <a:t>For example, you can change the style of every </a:t>
            </a:r>
            <a:r>
              <a:rPr lang="en-US" altLang="en-US" sz="2000" b="1"/>
              <a:t>&lt;h1&gt; </a:t>
            </a:r>
            <a:r>
              <a:rPr lang="en-US" altLang="en-US" sz="2000"/>
              <a:t>element by altering the one CSS style sheet, rather than changing the CSS rules on every page.</a:t>
            </a:r>
          </a:p>
          <a:p>
            <a:endParaRPr lang="en-US" altLang="en-US" sz="2000"/>
          </a:p>
          <a:p>
            <a:r>
              <a:rPr lang="en-US" altLang="en-US" sz="2000"/>
              <a:t>It is generally considered good practice to have the content of the site separated from the rules that determine how it appears.</a:t>
            </a:r>
          </a:p>
        </p:txBody>
      </p:sp>
      <p:sp>
        <p:nvSpPr>
          <p:cNvPr id="5" name="Footer Placeholder 2"/>
          <p:cNvSpPr>
            <a:spLocks noGrp="1"/>
          </p:cNvSpPr>
          <p:nvPr>
            <p:ph type="ftr" sz="quarter" idx="11"/>
          </p:nvPr>
        </p:nvSpPr>
        <p:spPr/>
        <p:txBody>
          <a:bodyPr/>
          <a:lstStyle/>
          <a:p>
            <a:r>
              <a:rPr lang="en-US" altLang="en-US"/>
              <a:t>K. Lorenc - Last updated 2016/08/01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183"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solidFill>
                  <a:schemeClr val="tx1"/>
                </a:solidFill>
                <a:latin typeface="Arial" panose="020B0604020202020204" pitchFamily="34" charset="0"/>
              </a:rPr>
              <a:t>Web Browsers / CSS</a:t>
            </a:r>
          </a:p>
        </p:txBody>
      </p:sp>
      <p:sp>
        <p:nvSpPr>
          <p:cNvPr id="2185" name="Content Placeholder 3"/>
          <p:cNvSpPr>
            <a:spLocks noGrp="1" noChangeArrowheads="1"/>
          </p:cNvSpPr>
          <p:nvPr>
            <p:ph idx="4294967295"/>
          </p:nvPr>
        </p:nvSpPr>
        <p:spPr>
          <a:ln/>
        </p:spPr>
        <p:txBody>
          <a:bodyPr/>
          <a:lstStyle/>
          <a:p>
            <a:r>
              <a:rPr lang="en-US" altLang="en-US" sz="2000"/>
              <a:t>Some browsers display a few of the CSS properties in unexpected ways</a:t>
            </a:r>
          </a:p>
          <a:p>
            <a:endParaRPr lang="en-US" altLang="en-US" sz="2000"/>
          </a:p>
          <a:p>
            <a:r>
              <a:rPr lang="en-US" altLang="en-US" sz="2000"/>
              <a:t>Before launching any new site, it is important to test it in more than one browser, because there can be slight differences in how browsers display the pages.</a:t>
            </a:r>
          </a:p>
          <a:p>
            <a:endParaRPr lang="en-US" altLang="en-US" sz="2000"/>
          </a:p>
          <a:p>
            <a:r>
              <a:rPr lang="en-US" altLang="en-US" sz="2000"/>
              <a:t>There are online tools to show you what a page looks like in multiple browsers:</a:t>
            </a:r>
          </a:p>
          <a:p>
            <a:pPr lvl="1"/>
            <a:r>
              <a:rPr lang="en-US" altLang="en-US" sz="1600">
                <a:hlinkClick r:id="rId3"/>
              </a:rPr>
              <a:t>http://browsershots.org/</a:t>
            </a:r>
            <a:endParaRPr lang="en-US" altLang="en-US" sz="1600"/>
          </a:p>
          <a:p>
            <a:pPr lvl="1"/>
            <a:r>
              <a:rPr lang="en-US" altLang="en-US" sz="1600"/>
              <a:t>http://crossbrowsertesting.com/</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188"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solidFill>
                  <a:schemeClr val="tx1"/>
                </a:solidFill>
                <a:latin typeface="Arial" panose="020B0604020202020204" pitchFamily="34" charset="0"/>
              </a:rPr>
              <a:t>Revisiting the </a:t>
            </a:r>
            <a:r>
              <a:rPr lang="en-US" altLang="en-US" sz="2800"/>
              <a:t>DIV tag</a:t>
            </a:r>
            <a:endParaRPr lang="en-US" altLang="en-US" sz="2800">
              <a:solidFill>
                <a:schemeClr val="tx1"/>
              </a:solidFill>
              <a:latin typeface="Arial" panose="020B0604020202020204" pitchFamily="34" charset="0"/>
            </a:endParaRPr>
          </a:p>
        </p:txBody>
      </p:sp>
      <p:sp>
        <p:nvSpPr>
          <p:cNvPr id="2190" name="Content Placeholder 3"/>
          <p:cNvSpPr>
            <a:spLocks noGrp="1" noChangeArrowheads="1"/>
          </p:cNvSpPr>
          <p:nvPr>
            <p:ph idx="4294967295"/>
          </p:nvPr>
        </p:nvSpPr>
        <p:spPr>
          <a:ln/>
        </p:spPr>
        <p:txBody>
          <a:bodyPr/>
          <a:lstStyle/>
          <a:p>
            <a:endParaRPr lang="en-US" altLang="en-US" sz="2000"/>
          </a:p>
          <a:p>
            <a:r>
              <a:rPr lang="en-US" altLang="en-US" sz="2000"/>
              <a:t>The &lt;div&gt; tag defines a division or a section in an HTML document.</a:t>
            </a:r>
          </a:p>
          <a:p>
            <a:endParaRPr lang="en-US" altLang="en-US" sz="2000"/>
          </a:p>
          <a:p>
            <a:r>
              <a:rPr lang="en-US" altLang="en-US" sz="2000"/>
              <a:t>The &lt;div&gt; tag is used to group block-elements to format them with CSS.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3" name="Title 2"/>
          <p:cNvSpPr>
            <a:spLocks noGrp="1" noChangeArrowheads="1"/>
          </p:cNvSpPr>
          <p:nvPr>
            <p:ph type="title"/>
          </p:nvPr>
        </p:nvSpPr>
        <p:spPr>
          <a:ln/>
        </p:spPr>
        <p:txBody>
          <a:bodyPr/>
          <a:lstStyle/>
          <a:p>
            <a:pPr eaLnBrk="1" hangingPunct="1"/>
            <a:r>
              <a:rPr lang="en-US" altLang="en-US" sz="2800"/>
              <a:t>Div – Standard Web Page Example</a:t>
            </a:r>
            <a:endParaRPr lang="en-US" altLang="en-US" sz="2800">
              <a:solidFill>
                <a:schemeClr val="tx1"/>
              </a:solidFill>
              <a:latin typeface="Arial" panose="020B0604020202020204" pitchFamily="34" charset="0"/>
            </a:endParaRPr>
          </a:p>
        </p:txBody>
      </p:sp>
      <p:sp>
        <p:nvSpPr>
          <p:cNvPr id="2195" name="Content Placeholder 3"/>
          <p:cNvSpPr>
            <a:spLocks noGrp="1" noChangeArrowheads="1"/>
          </p:cNvSpPr>
          <p:nvPr>
            <p:ph idx="1"/>
          </p:nvPr>
        </p:nvSpPr>
        <p:spPr>
          <a:ln/>
        </p:spPr>
        <p:txBody>
          <a:bodyPr/>
          <a:lstStyle/>
          <a:p>
            <a:endParaRPr lang="en-US" altLang="en-US" sz="2000"/>
          </a:p>
          <a:p>
            <a:endParaRPr lang="en-US" altLang="en-US" sz="2000"/>
          </a:p>
        </p:txBody>
      </p:sp>
      <p:sp>
        <p:nvSpPr>
          <p:cNvPr id="10" name="Footer Placeholder 2"/>
          <p:cNvSpPr>
            <a:spLocks noGrp="1"/>
          </p:cNvSpPr>
          <p:nvPr>
            <p:ph type="ftr" sz="quarter" idx="11"/>
          </p:nvPr>
        </p:nvSpPr>
        <p:spPr/>
        <p:txBody>
          <a:bodyPr/>
          <a:lstStyle/>
          <a:p>
            <a:r>
              <a:rPr lang="en-US" altLang="en-US"/>
              <a:t>K. Lorenc - Last updated 2016/08/01</a:t>
            </a:r>
          </a:p>
        </p:txBody>
      </p:sp>
      <p:sp>
        <p:nvSpPr>
          <p:cNvPr id="2196" name="Rectangle 4"/>
          <p:cNvSpPr>
            <a:spLocks noChangeArrowheads="1"/>
          </p:cNvSpPr>
          <p:nvPr/>
        </p:nvSpPr>
        <p:spPr bwMode="auto">
          <a:xfrm>
            <a:off x="1066800" y="1481138"/>
            <a:ext cx="6934200" cy="914400"/>
          </a:xfrm>
          <a:prstGeom prst="rect">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&lt;div id = “pageheader”&gt;</a:t>
            </a:r>
          </a:p>
        </p:txBody>
      </p:sp>
      <p:sp>
        <p:nvSpPr>
          <p:cNvPr id="2197" name="Rectangle 6"/>
          <p:cNvSpPr>
            <a:spLocks noChangeArrowheads="1"/>
          </p:cNvSpPr>
          <p:nvPr/>
        </p:nvSpPr>
        <p:spPr bwMode="auto">
          <a:xfrm>
            <a:off x="1066800" y="2547938"/>
            <a:ext cx="1295400" cy="2438400"/>
          </a:xfrm>
          <a:prstGeom prst="rect">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&lt;div id= “left”&gt; </a:t>
            </a:r>
          </a:p>
        </p:txBody>
      </p:sp>
      <p:sp>
        <p:nvSpPr>
          <p:cNvPr id="2198" name="Rectangle 7"/>
          <p:cNvSpPr>
            <a:spLocks noChangeArrowheads="1"/>
          </p:cNvSpPr>
          <p:nvPr/>
        </p:nvSpPr>
        <p:spPr bwMode="auto">
          <a:xfrm>
            <a:off x="2514600" y="2547938"/>
            <a:ext cx="4114800" cy="2438400"/>
          </a:xfrm>
          <a:prstGeom prst="rect">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&lt;div id = “main”&gt;</a:t>
            </a:r>
          </a:p>
        </p:txBody>
      </p:sp>
      <p:sp>
        <p:nvSpPr>
          <p:cNvPr id="2199" name="Rectangle 8"/>
          <p:cNvSpPr>
            <a:spLocks noChangeArrowheads="1"/>
          </p:cNvSpPr>
          <p:nvPr/>
        </p:nvSpPr>
        <p:spPr bwMode="auto">
          <a:xfrm>
            <a:off x="6781800" y="2547938"/>
            <a:ext cx="1219200" cy="2438400"/>
          </a:xfrm>
          <a:prstGeom prst="rect">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&lt;div id = “right”&gt;</a:t>
            </a:r>
          </a:p>
        </p:txBody>
      </p:sp>
      <p:sp>
        <p:nvSpPr>
          <p:cNvPr id="2200" name="Rectangle 9"/>
          <p:cNvSpPr>
            <a:spLocks noChangeArrowheads="1"/>
          </p:cNvSpPr>
          <p:nvPr/>
        </p:nvSpPr>
        <p:spPr bwMode="auto">
          <a:xfrm>
            <a:off x="1066800" y="5138738"/>
            <a:ext cx="6934200" cy="457200"/>
          </a:xfrm>
          <a:prstGeom prst="rect">
            <a:avLst/>
          </a:prstGeom>
          <a:solidFill>
            <a:srgbClr val="2DA2BF"/>
          </a:solidFill>
          <a:ln w="55000" cap="flat" cmpd="thickThin" algn="ctr">
            <a:solidFill>
              <a:srgbClr val="1E768C"/>
            </a:solidFill>
            <a:prstDash val="solid"/>
            <a:round/>
            <a:headEnd type="none" w="med" len="med"/>
            <a:tailEnd type="none" w="med" len="med"/>
          </a:ln>
        </p:spPr>
        <p:txBody>
          <a:bodyPr anchor="ctr"/>
          <a:lstStyle/>
          <a:p>
            <a:pPr algn="ctr" eaLnBrk="0" hangingPunct="0"/>
            <a:r>
              <a:rPr lang="en-US" altLang="en-US"/>
              <a:t>&lt;div id = “pagefooter”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203"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t>The Background</a:t>
            </a:r>
            <a:endParaRPr lang="en-US" altLang="en-US" sz="2800">
              <a:solidFill>
                <a:schemeClr val="tx1"/>
              </a:solidFill>
              <a:latin typeface="Arial" panose="020B0604020202020204" pitchFamily="34" charset="0"/>
            </a:endParaRPr>
          </a:p>
        </p:txBody>
      </p:sp>
      <p:sp>
        <p:nvSpPr>
          <p:cNvPr id="2205" name="Content Placeholder 3"/>
          <p:cNvSpPr>
            <a:spLocks noGrp="1" noChangeArrowheads="1"/>
          </p:cNvSpPr>
          <p:nvPr>
            <p:ph idx="4294967295"/>
          </p:nvPr>
        </p:nvSpPr>
        <p:spPr>
          <a:ln/>
        </p:spPr>
        <p:txBody>
          <a:bodyPr/>
          <a:lstStyle/>
          <a:p>
            <a:r>
              <a:rPr lang="en-US" altLang="en-US" sz="2000"/>
              <a:t>CSS background properties are used to define the background effects of an element.</a:t>
            </a:r>
          </a:p>
          <a:p>
            <a:endParaRPr lang="en-US" altLang="en-US" sz="2000"/>
          </a:p>
          <a:p>
            <a:r>
              <a:rPr lang="en-US" altLang="en-US" sz="2000"/>
              <a:t>CSS properties used for background effects:</a:t>
            </a:r>
          </a:p>
          <a:p>
            <a:pPr lvl="1"/>
            <a:r>
              <a:rPr lang="en-US" altLang="en-US" sz="1800"/>
              <a:t>background</a:t>
            </a:r>
          </a:p>
          <a:p>
            <a:pPr lvl="1"/>
            <a:r>
              <a:rPr lang="en-US" altLang="en-US" sz="1800"/>
              <a:t>background-color</a:t>
            </a:r>
          </a:p>
          <a:p>
            <a:pPr lvl="1"/>
            <a:r>
              <a:rPr lang="en-US" altLang="en-US" sz="1800"/>
              <a:t>background-image</a:t>
            </a:r>
          </a:p>
          <a:p>
            <a:pPr lvl="1"/>
            <a:r>
              <a:rPr lang="en-US" altLang="en-US" sz="1800"/>
              <a:t>background-repeat</a:t>
            </a:r>
          </a:p>
          <a:p>
            <a:pPr lvl="1"/>
            <a:r>
              <a:rPr lang="en-US" altLang="en-US" sz="1800"/>
              <a:t>background-attachment</a:t>
            </a:r>
          </a:p>
          <a:p>
            <a:pPr lvl="1"/>
            <a:r>
              <a:rPr lang="en-US" altLang="en-US" sz="1800"/>
              <a:t>background-position</a:t>
            </a:r>
          </a:p>
          <a:p>
            <a:pPr lvl="1"/>
            <a:endParaRPr lang="en-US" altLang="en-US" sz="1800"/>
          </a:p>
          <a:p>
            <a:r>
              <a:rPr lang="en-US" altLang="en-US" sz="2000"/>
              <a:t>Background can be used on &lt;body&gt;,&lt;div&gt;,&lt;table&gt;, etc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208"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t>Background Examples</a:t>
            </a:r>
            <a:endParaRPr lang="en-US" altLang="en-US" sz="2800">
              <a:solidFill>
                <a:schemeClr val="tx1"/>
              </a:solidFill>
              <a:latin typeface="Arial" panose="020B0604020202020204" pitchFamily="34" charset="0"/>
            </a:endParaRPr>
          </a:p>
        </p:txBody>
      </p:sp>
      <p:sp>
        <p:nvSpPr>
          <p:cNvPr id="2210" name="Content Placeholder 3"/>
          <p:cNvSpPr>
            <a:spLocks noGrp="1" noChangeArrowheads="1"/>
          </p:cNvSpPr>
          <p:nvPr>
            <p:ph idx="4294967295"/>
          </p:nvPr>
        </p:nvSpPr>
        <p:spPr>
          <a:ln/>
        </p:spPr>
        <p:txBody>
          <a:bodyPr/>
          <a:lstStyle/>
          <a:p>
            <a:pPr marL="107950" indent="0">
              <a:buFont typeface="Wingdings 3" panose="05040102010807070707" pitchFamily="18" charset="2"/>
              <a:buNone/>
            </a:pPr>
            <a:r>
              <a:rPr lang="en-US" altLang="en-US" sz="1800"/>
              <a:t>body {background-color: blue;}</a:t>
            </a:r>
          </a:p>
          <a:p>
            <a:pPr marL="107950" indent="0">
              <a:buFont typeface="Wingdings 3" panose="05040102010807070707" pitchFamily="18" charset="2"/>
              <a:buNone/>
            </a:pPr>
            <a:r>
              <a:rPr lang="en-US" altLang="en-US" sz="1800"/>
              <a:t>p {background-color: #e0ffff;}</a:t>
            </a:r>
          </a:p>
          <a:p>
            <a:pPr marL="107950" indent="0">
              <a:buFont typeface="Wingdings 3" panose="05040102010807070707" pitchFamily="18" charset="2"/>
              <a:buNone/>
            </a:pPr>
            <a:r>
              <a:rPr lang="en-US" altLang="en-US" sz="1800"/>
              <a:t>div {background-color: #b0c4de;}</a:t>
            </a:r>
          </a:p>
          <a:p>
            <a:pPr marL="107950" indent="0">
              <a:buFont typeface="Wingdings 3" panose="05040102010807070707" pitchFamily="18" charset="2"/>
              <a:buNone/>
            </a:pPr>
            <a:endParaRPr lang="en-US" altLang="en-US" sz="1800"/>
          </a:p>
          <a:p>
            <a:pPr marL="107950" indent="0">
              <a:buFont typeface="Wingdings 3" panose="05040102010807070707" pitchFamily="18" charset="2"/>
              <a:buNone/>
            </a:pPr>
            <a:r>
              <a:rPr lang="en-US" altLang="en-US" sz="1800"/>
              <a:t>body</a:t>
            </a:r>
            <a:br>
              <a:rPr lang="en-US" altLang="en-US" sz="1800"/>
            </a:br>
            <a:r>
              <a:rPr lang="en-US" altLang="en-US" sz="1800"/>
              <a:t>{ </a:t>
            </a:r>
          </a:p>
          <a:p>
            <a:pPr marL="107950" indent="0">
              <a:buFont typeface="Wingdings 3" panose="05040102010807070707" pitchFamily="18" charset="2"/>
              <a:buNone/>
            </a:pPr>
            <a:r>
              <a:rPr lang="en-US" altLang="en-US" sz="1800"/>
              <a:t>      background-image: url('gradient2.png');</a:t>
            </a:r>
            <a:br>
              <a:rPr lang="en-US" altLang="en-US" sz="1800"/>
            </a:br>
            <a:r>
              <a:rPr lang="en-US" altLang="en-US" sz="1800"/>
              <a:t>  background-repeat: repeat-x;</a:t>
            </a:r>
            <a:br>
              <a:rPr lang="en-US" altLang="en-US" sz="1800"/>
            </a:br>
            <a:r>
              <a:rPr lang="en-US" altLang="en-US" sz="1800"/>
              <a:t>}</a:t>
            </a:r>
          </a:p>
          <a:p>
            <a:pPr marL="107950" indent="0"/>
            <a:endParaRPr lang="en-US" altLang="en-US" sz="1800"/>
          </a:p>
          <a:p>
            <a:pPr marL="107950" indent="0">
              <a:buFont typeface="Wingdings 3" panose="05040102010807070707" pitchFamily="18" charset="2"/>
              <a:buNone/>
            </a:pPr>
            <a:r>
              <a:rPr lang="en-US" altLang="en-US" sz="1800"/>
              <a:t>All in one</a:t>
            </a:r>
          </a:p>
          <a:p>
            <a:pPr marL="107950" indent="0">
              <a:buFont typeface="Wingdings 3" panose="05040102010807070707" pitchFamily="18" charset="2"/>
              <a:buNone/>
            </a:pPr>
            <a:r>
              <a:rPr lang="en-US" altLang="en-US" sz="1800"/>
              <a:t>body </a:t>
            </a:r>
          </a:p>
          <a:p>
            <a:pPr marL="107950" indent="0">
              <a:buFont typeface="Wingdings 3" panose="05040102010807070707" pitchFamily="18" charset="2"/>
              <a:buNone/>
            </a:pPr>
            <a:r>
              <a:rPr lang="en-US" altLang="en-US" sz="1800"/>
              <a:t>  {background: #ffffff url('img_tree.png') no-repeat right top;}</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4" name="Title 2"/>
          <p:cNvSpPr>
            <a:spLocks noGrp="1" noChangeArrowheads="1"/>
          </p:cNvSpPr>
          <p:nvPr>
            <p:ph type="title"/>
          </p:nvPr>
        </p:nvSpPr>
        <p:spPr>
          <a:ln/>
        </p:spPr>
        <p:txBody>
          <a:bodyPr/>
          <a:lstStyle/>
          <a:p>
            <a:pPr eaLnBrk="1" hangingPunct="1"/>
            <a:r>
              <a:rPr lang="en-US" altLang="en-US" sz="2800">
                <a:solidFill>
                  <a:schemeClr val="tx1"/>
                </a:solidFill>
                <a:latin typeface="Arial" panose="020B0604020202020204" pitchFamily="34" charset="0"/>
              </a:rPr>
              <a:t>Summary</a:t>
            </a:r>
          </a:p>
        </p:txBody>
      </p:sp>
      <p:sp>
        <p:nvSpPr>
          <p:cNvPr id="2213" name="Content Placeholder 1"/>
          <p:cNvSpPr>
            <a:spLocks noGrp="1" noChangeArrowheads="1"/>
          </p:cNvSpPr>
          <p:nvPr>
            <p:ph idx="1"/>
          </p:nvPr>
        </p:nvSpPr>
        <p:spPr>
          <a:ln/>
        </p:spPr>
        <p:txBody>
          <a:bodyPr/>
          <a:lstStyle/>
          <a:p>
            <a:r>
              <a:rPr lang="en-US" altLang="en-US" sz="1800" dirty="0"/>
              <a:t>CSS treats each HTML element as if it appears inside its own box and uses rules to indicate how that element should look.</a:t>
            </a:r>
          </a:p>
          <a:p>
            <a:r>
              <a:rPr lang="en-US" altLang="en-US" sz="1800" dirty="0"/>
              <a:t>Rules are made up of selectors (that specify the elements the rule applies to) and declarations (that indicate what these elements should look like).</a:t>
            </a:r>
          </a:p>
          <a:p>
            <a:r>
              <a:rPr lang="en-US" altLang="en-US" sz="1800" dirty="0"/>
              <a:t>Different types of selectors allow you to target your rules at different elements. </a:t>
            </a:r>
          </a:p>
          <a:p>
            <a:r>
              <a:rPr lang="en-US" altLang="en-US" sz="1800" dirty="0"/>
              <a:t>Declarations are made up of two parts: the properties of the element that you want to change, and the values of those properties. For example, the font-family property sets the choice of font, and the value </a:t>
            </a:r>
            <a:r>
              <a:rPr lang="en-US" altLang="en-US" sz="1800" dirty="0" err="1"/>
              <a:t>arial</a:t>
            </a:r>
            <a:r>
              <a:rPr lang="en-US" altLang="en-US" sz="1800" dirty="0"/>
              <a:t> specifies Arial as the preferred typeface.</a:t>
            </a:r>
          </a:p>
          <a:p>
            <a:r>
              <a:rPr lang="en-US" altLang="en-US" sz="1800" dirty="0"/>
              <a:t>CSS rules usually appear in a separate document, although they may appear within an HTML page.</a:t>
            </a:r>
          </a:p>
        </p:txBody>
      </p:sp>
      <p:sp>
        <p:nvSpPr>
          <p:cNvPr id="5" name="Footer Placeholder 2"/>
          <p:cNvSpPr>
            <a:spLocks noGrp="1"/>
          </p:cNvSpPr>
          <p:nvPr>
            <p:ph type="ftr" sz="quarter" idx="11"/>
          </p:nvPr>
        </p:nvSpPr>
        <p:spPr/>
        <p:txBody>
          <a:bodyPr/>
          <a:lstStyle/>
          <a:p>
            <a:r>
              <a:rPr lang="en-US" altLang="en-US"/>
              <a:t>K. Lorenc - Last updated 2016/08/01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218" name="Content Placeholder 1"/>
          <p:cNvSpPr>
            <a:spLocks noGrp="1" noChangeArrowheads="1"/>
          </p:cNvSpPr>
          <p:nvPr>
            <p:ph idx="4294967295"/>
          </p:nvPr>
        </p:nvSpPr>
        <p:spPr>
          <a:xfrm>
            <a:off x="457200" y="1066800"/>
            <a:ext cx="8229600" cy="4940300"/>
          </a:xfrm>
          <a:ln/>
        </p:spPr>
        <p:txBody>
          <a:bodyPr/>
          <a:lstStyle/>
          <a:p>
            <a:pPr marL="107950" indent="0"/>
            <a:endParaRPr lang="en-US" altLang="en-US" sz="2000"/>
          </a:p>
          <a:p>
            <a:pPr marL="107950" indent="0"/>
            <a:r>
              <a:rPr lang="en-US" altLang="en-US" sz="2000"/>
              <a:t>HTML and CSS Design and Build Websites (Jon Duckett)</a:t>
            </a:r>
          </a:p>
          <a:p>
            <a:pPr marL="107950" indent="0"/>
            <a:endParaRPr lang="en-US" altLang="en-US" sz="2000"/>
          </a:p>
          <a:p>
            <a:pPr marL="107950" indent="0"/>
            <a:r>
              <a:rPr lang="en-US" altLang="en-US" sz="2000">
                <a:hlinkClick r:id="rId3"/>
              </a:rPr>
              <a:t>http://www.w3schools.com</a:t>
            </a:r>
            <a:endParaRPr lang="en-US" altLang="en-US" sz="2000"/>
          </a:p>
          <a:p>
            <a:pPr marL="107950" indent="0"/>
            <a:endParaRPr lang="en-US" altLang="en-US" sz="2000"/>
          </a:p>
          <a:p>
            <a:pPr marL="107950" indent="0"/>
            <a:r>
              <a:rPr lang="en-US" altLang="en-US" sz="2000">
                <a:hlinkClick r:id="rId4"/>
              </a:rPr>
              <a:t>..\Examples\example.html</a:t>
            </a:r>
            <a:endParaRPr lang="en-US" altLang="en-US" sz="2000"/>
          </a:p>
          <a:p>
            <a:pPr marL="107950" indent="0">
              <a:buFont typeface="Wingdings 3" panose="05040102010807070707" pitchFamily="18" charset="2"/>
              <a:buNone/>
            </a:pPr>
            <a:endParaRPr lang="en-US" altLang="en-US" sz="2000"/>
          </a:p>
          <a:p>
            <a:pPr marL="107950" indent="0"/>
            <a:endParaRPr lang="en-US" altLang="en-US" sz="2000"/>
          </a:p>
          <a:p>
            <a:pPr marL="107950" indent="0">
              <a:buFont typeface="Wingdings 3" panose="05040102010807070707" pitchFamily="18" charset="2"/>
              <a:buNone/>
            </a:pPr>
            <a:endParaRPr lang="en-US" altLang="en-US" sz="2000"/>
          </a:p>
          <a:p>
            <a:pPr marL="107950" indent="0"/>
            <a:endParaRPr lang="en-US" altLang="en-US" sz="2000"/>
          </a:p>
          <a:p>
            <a:pPr marL="107950" indent="0"/>
            <a:endParaRPr lang="en-US" altLang="en-US" sz="2000"/>
          </a:p>
          <a:p>
            <a:pPr marL="107950" indent="0"/>
            <a:endParaRPr lang="en-US" altLang="en-US" sz="2000"/>
          </a:p>
          <a:p>
            <a:pPr marL="107950" indent="0">
              <a:buFont typeface="Wingdings 3" panose="05040102010807070707" pitchFamily="18" charset="2"/>
              <a:buNone/>
            </a:pPr>
            <a:endParaRPr lang="en-US" altLang="en-US" sz="2000"/>
          </a:p>
        </p:txBody>
      </p:sp>
      <p:sp>
        <p:nvSpPr>
          <p:cNvPr id="2219" name="Title 2"/>
          <p:cNvSpPr>
            <a:spLocks noGrp="1" noChangeArrowheads="1"/>
          </p:cNvSpPr>
          <p:nvPr>
            <p:ph type="title" idx="4294967295"/>
          </p:nvPr>
        </p:nvSpPr>
        <p:spPr>
          <a:xfrm>
            <a:off x="457200" y="274638"/>
            <a:ext cx="8229600" cy="792162"/>
          </a:xfrm>
          <a:ln/>
        </p:spPr>
        <p:txBody>
          <a:bodyPr/>
          <a:lstStyle/>
          <a:p>
            <a:pPr eaLnBrk="1" hangingPunct="1"/>
            <a:r>
              <a:rPr lang="en-US" altLang="en-US" sz="2800">
                <a:solidFill>
                  <a:schemeClr val="tx1"/>
                </a:solidFill>
                <a:latin typeface="Arial" panose="020B0604020202020204" pitchFamily="34" charset="0"/>
              </a:rPr>
              <a:t>References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25"/>
  <p:tag name="AS_TITLE" val="Aspose.Slides for .NET 2.0"/>
  <p:tag name="AS_VERSION" val="17.1"/>
</p:tagLst>
</file>

<file path=ppt/theme/theme1.xml><?xml version="1.0" encoding="utf-8"?>
<a:theme xmlns:a="http://schemas.openxmlformats.org/drawingml/2006/main" name="Concourse">
  <a:themeElements>
    <a:clrScheme name="">
      <a:dk1>
        <a:srgbClr val="000000"/>
      </a:dk1>
      <a:lt1>
        <a:srgbClr val="FFFFFF"/>
      </a:lt1>
      <a:dk2>
        <a:srgbClr val="464646"/>
      </a:dk2>
      <a:lt2>
        <a:srgbClr val="DEF5FA"/>
      </a:lt2>
      <a:accent1>
        <a:srgbClr val="2DA2BF"/>
      </a:accent1>
      <a:accent2>
        <a:srgbClr val="DA1F28"/>
      </a:accent2>
      <a:accent3>
        <a:srgbClr val="FFFFFF"/>
      </a:accent3>
      <a:accent4>
        <a:srgbClr val="000000"/>
      </a:accent4>
      <a:accent5>
        <a:srgbClr val="ADCEDC"/>
      </a:accent5>
      <a:accent6>
        <a:srgbClr val="C51B23"/>
      </a:accent6>
      <a:hlink>
        <a:srgbClr val="FF8119"/>
      </a:hlink>
      <a:folHlink>
        <a:srgbClr val="44B9E8"/>
      </a:folHlink>
    </a:clrScheme>
    <a:fontScheme name="Concourse">
      <a:majorFont>
        <a:latin typeface="Lucida Sans Unicode"/>
        <a:ea typeface=""/>
        <a:cs typeface="Arial"/>
      </a:majorFont>
      <a:minorFont>
        <a:latin typeface="Lucida Sans Unicode"/>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26841</TotalTime>
  <Words>2171</Words>
  <Application>Microsoft Office PowerPoint</Application>
  <PresentationFormat>On-screen Show (4:3)</PresentationFormat>
  <Paragraphs>334</Paragraphs>
  <Slides>27</Slides>
  <Notes>27</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Lucida Sans Unicode</vt:lpstr>
      <vt:lpstr>Verdana</vt:lpstr>
      <vt:lpstr>Wingdings 2</vt:lpstr>
      <vt:lpstr>Wingdings 3</vt:lpstr>
      <vt:lpstr>Concourse</vt:lpstr>
      <vt:lpstr>Introduction to CSS </vt:lpstr>
      <vt:lpstr>What is CSS</vt:lpstr>
      <vt:lpstr>How To Insert CSS</vt:lpstr>
      <vt:lpstr>Understanding CSS</vt:lpstr>
      <vt:lpstr>Understanding CSS…</vt:lpstr>
      <vt:lpstr>Examples of Styles</vt:lpstr>
      <vt:lpstr>Using External CSS</vt:lpstr>
      <vt:lpstr>Using Internal CSS</vt:lpstr>
      <vt:lpstr>CSS Structure</vt:lpstr>
      <vt:lpstr>Selectors and Declarations</vt:lpstr>
      <vt:lpstr>Selectors</vt:lpstr>
      <vt:lpstr>Examples of Selectors</vt:lpstr>
      <vt:lpstr>Examples of Selectors</vt:lpstr>
      <vt:lpstr>Grouping Selectors </vt:lpstr>
      <vt:lpstr>Class vs. ID</vt:lpstr>
      <vt:lpstr>ID Examples</vt:lpstr>
      <vt:lpstr>Class Example</vt:lpstr>
      <vt:lpstr>How CSS Rules Cascade</vt:lpstr>
      <vt:lpstr>Inheritance</vt:lpstr>
      <vt:lpstr>Why use external style sheets</vt:lpstr>
      <vt:lpstr>Web Browsers / CSS</vt:lpstr>
      <vt:lpstr>Revisiting the DIV tag</vt:lpstr>
      <vt:lpstr>Div – Standard Web Page Example</vt:lpstr>
      <vt:lpstr>The Background</vt:lpstr>
      <vt:lpstr>Background Examples</vt:lpstr>
      <vt:lpstr>Summary</vt:lpstr>
      <vt:lpstr>References</vt:lpstr>
    </vt:vector>
  </TitlesOfParts>
  <Manager/>
  <Company>McGill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McGILL UNIVERSITY PENSION PLAN  AMENDMENT 24: PENSIONABILITY OF STIPENDS</dc:title>
  <dc:subject/>
  <dc:creator>Administrative Desktop</dc:creator>
  <cp:keywords/>
  <dc:description/>
  <cp:lastModifiedBy>Ronald Raphael</cp:lastModifiedBy>
  <cp:revision>677</cp:revision>
  <cp:lastPrinted>2012-03-19T20:51:41Z</cp:lastPrinted>
  <dcterms:created xsi:type="dcterms:W3CDTF">2011-11-25T20:15:34Z</dcterms:created>
  <dcterms:modified xsi:type="dcterms:W3CDTF">2020-09-02T19:35:47Z</dcterms:modified>
  <cp:category/>
</cp:coreProperties>
</file>