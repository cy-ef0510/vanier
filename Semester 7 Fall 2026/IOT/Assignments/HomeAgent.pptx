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ebp" ContentType="image/jpe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74" r:id="rId4"/>
    <p:sldId id="263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70" r:id="rId14"/>
    <p:sldId id="271" r:id="rId15"/>
    <p:sldId id="272" r:id="rId16"/>
    <p:sldId id="258" r:id="rId17"/>
    <p:sldId id="261" r:id="rId18"/>
    <p:sldId id="273" r:id="rId19"/>
    <p:sldId id="265" r:id="rId20"/>
    <p:sldId id="268" r:id="rId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>
      <p:cViewPr varScale="1">
        <p:scale>
          <a:sx n="45" d="100"/>
          <a:sy n="45" d="100"/>
        </p:scale>
        <p:origin x="48" y="111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25400" algn="bl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E8-4CAA-9322-D2059AAF82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25400" algn="bl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E8-4CAA-9322-D2059AAF82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50800" dist="25400" algn="bl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E8-4CAA-9322-D2059AAF8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74875976"/>
        <c:axId val="474877152"/>
      </c:barChart>
      <c:catAx>
        <c:axId val="474875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877152"/>
        <c:crosses val="autoZero"/>
        <c:auto val="1"/>
        <c:lblAlgn val="ctr"/>
        <c:lblOffset val="100"/>
        <c:noMultiLvlLbl val="0"/>
      </c:catAx>
      <c:valAx>
        <c:axId val="47487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875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8EDDD-7E12-4ED6-9A64-963CF86EB33D}" type="doc">
      <dgm:prSet loTypeId="urn:microsoft.com/office/officeart/2005/8/layout/gear1" loCatId="cycle" qsTypeId="urn:microsoft.com/office/officeart/2005/8/quickstyle/simple1#1" qsCatId="simple" csTypeId="urn:microsoft.com/office/officeart/2005/8/colors/accent1_1#1" csCatId="accent1" phldr="1"/>
      <dgm:spPr/>
      <dgm:t>
        <a:bodyPr/>
        <a:lstStyle/>
        <a:p>
          <a:endParaRPr lang="en-US"/>
        </a:p>
      </dgm:t>
    </dgm:pt>
    <dgm:pt modelId="{B9DB46D8-CB85-48E0-AE7E-ED9B74005373}">
      <dgm:prSet phldrT="[Text]"/>
      <dgm:spPr/>
      <dgm:t>
        <a:bodyPr/>
        <a:lstStyle/>
        <a:p>
          <a:r>
            <a:rPr lang="en-US" dirty="0"/>
            <a:t>Group A</a:t>
          </a:r>
        </a:p>
      </dgm:t>
      <dgm:extLst>
        <a:ext uri="{E40237B7-FDA0-4F09-8148-C483321AD2D9}">
          <dgm14:cNvPr xmlns:dgm14="http://schemas.microsoft.com/office/drawing/2010/diagram" id="0" name="" title="Group A title"/>
        </a:ext>
      </dgm:extLst>
    </dgm:pt>
    <dgm:pt modelId="{3F77292D-F1BC-498D-98D7-64D48F264076}" type="parTrans" cxnId="{619141E4-E521-42A2-B7B0-FCB32F3A531C}">
      <dgm:prSet/>
      <dgm:spPr/>
      <dgm:t>
        <a:bodyPr/>
        <a:lstStyle/>
        <a:p>
          <a:endParaRPr lang="en-US"/>
        </a:p>
      </dgm:t>
    </dgm:pt>
    <dgm:pt modelId="{2D83AB57-5A1F-4C3B-B388-7F96A8810ED6}" type="sibTrans" cxnId="{619141E4-E521-42A2-B7B0-FCB32F3A531C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Arrow pointing clockwise direction over Group A"/>
        </a:ext>
      </dgm:extLst>
    </dgm:pt>
    <dgm:pt modelId="{748934FE-CE96-4045-97F3-382E7C409ABA}">
      <dgm:prSet phldrT="[Text]"/>
      <dgm:spPr/>
      <dgm:t>
        <a:bodyPr/>
        <a:lstStyle/>
        <a:p>
          <a:r>
            <a:rPr lang="en-US" dirty="0"/>
            <a:t>Group B</a:t>
          </a:r>
        </a:p>
      </dgm:t>
      <dgm:extLst>
        <a:ext uri="{E40237B7-FDA0-4F09-8148-C483321AD2D9}">
          <dgm14:cNvPr xmlns:dgm14="http://schemas.microsoft.com/office/drawing/2010/diagram" id="0" name="" title="Group B title"/>
        </a:ext>
      </dgm:extLst>
    </dgm:pt>
    <dgm:pt modelId="{FFE2AB52-8765-4DA3-BC3E-99587FBB93A2}" type="parTrans" cxnId="{E51B7FE9-A9D7-4E65-898F-080480CB09EF}">
      <dgm:prSet/>
      <dgm:spPr/>
      <dgm:t>
        <a:bodyPr/>
        <a:lstStyle/>
        <a:p>
          <a:endParaRPr lang="en-US"/>
        </a:p>
      </dgm:t>
    </dgm:pt>
    <dgm:pt modelId="{EF58B74E-53E4-418D-AAA3-CC21D8A4D23B}" type="sibTrans" cxnId="{E51B7FE9-A9D7-4E65-898F-080480CB09EF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Arrow pointing anti clockwise direction over Group B"/>
        </a:ext>
      </dgm:extLst>
    </dgm:pt>
    <dgm:pt modelId="{A1FC69E8-CA89-46DE-AC52-62E9C6D0B605}">
      <dgm:prSet phldrT="[Text]"/>
      <dgm:spPr/>
      <dgm:t>
        <a:bodyPr/>
        <a:lstStyle/>
        <a:p>
          <a:r>
            <a:rPr lang="en-US" dirty="0"/>
            <a:t>Group C</a:t>
          </a:r>
        </a:p>
      </dgm:t>
      <dgm:extLst>
        <a:ext uri="{E40237B7-FDA0-4F09-8148-C483321AD2D9}">
          <dgm14:cNvPr xmlns:dgm14="http://schemas.microsoft.com/office/drawing/2010/diagram" id="0" name="" title="Group C title"/>
        </a:ext>
      </dgm:extLst>
    </dgm:pt>
    <dgm:pt modelId="{FB7893AE-72D6-4ABF-A24D-BBF87EF83B5E}" type="parTrans" cxnId="{A0F145B4-E57A-4C98-9A57-7CAE271E6831}">
      <dgm:prSet/>
      <dgm:spPr/>
      <dgm:t>
        <a:bodyPr/>
        <a:lstStyle/>
        <a:p>
          <a:endParaRPr lang="en-US"/>
        </a:p>
      </dgm:t>
    </dgm:pt>
    <dgm:pt modelId="{AC107BF6-0700-42F4-A047-EA26CA22C343}" type="sibTrans" cxnId="{A0F145B4-E57A-4C98-9A57-7CAE271E6831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Arrow pointing clockwise direction over Group C"/>
        </a:ext>
      </dgm:extLst>
    </dgm:pt>
    <dgm:pt modelId="{C2E55EAC-612F-498D-85DA-4932EB4912A5}" type="pres">
      <dgm:prSet presAssocID="{F9F8EDDD-7E12-4ED6-9A64-963CF86EB33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DBA2E8A-E738-449D-81F3-52AA7C6BE91B}" type="pres">
      <dgm:prSet presAssocID="{B9DB46D8-CB85-48E0-AE7E-ED9B74005373}" presName="gear1" presStyleLbl="node1" presStyleIdx="0" presStyleCnt="3">
        <dgm:presLayoutVars>
          <dgm:chMax val="1"/>
          <dgm:bulletEnabled val="1"/>
        </dgm:presLayoutVars>
      </dgm:prSet>
      <dgm:spPr/>
    </dgm:pt>
    <dgm:pt modelId="{F5C09E4A-CA0F-4DBF-8430-5BDFC8557DCF}" type="pres">
      <dgm:prSet presAssocID="{B9DB46D8-CB85-48E0-AE7E-ED9B74005373}" presName="gear1srcNode" presStyleLbl="node1" presStyleIdx="0" presStyleCnt="3"/>
      <dgm:spPr/>
    </dgm:pt>
    <dgm:pt modelId="{77C231DB-1035-4097-8CD9-B20554FBFC80}" type="pres">
      <dgm:prSet presAssocID="{B9DB46D8-CB85-48E0-AE7E-ED9B74005373}" presName="gear1dstNode" presStyleLbl="node1" presStyleIdx="0" presStyleCnt="3"/>
      <dgm:spPr/>
    </dgm:pt>
    <dgm:pt modelId="{BA7ECAA5-8D6A-4C09-B750-7FA8419045C6}" type="pres">
      <dgm:prSet presAssocID="{748934FE-CE96-4045-97F3-382E7C409ABA}" presName="gear2" presStyleLbl="node1" presStyleIdx="1" presStyleCnt="3">
        <dgm:presLayoutVars>
          <dgm:chMax val="1"/>
          <dgm:bulletEnabled val="1"/>
        </dgm:presLayoutVars>
      </dgm:prSet>
      <dgm:spPr/>
    </dgm:pt>
    <dgm:pt modelId="{6F3CDB64-280C-4D21-AA9F-3EF689680343}" type="pres">
      <dgm:prSet presAssocID="{748934FE-CE96-4045-97F3-382E7C409ABA}" presName="gear2srcNode" presStyleLbl="node1" presStyleIdx="1" presStyleCnt="3"/>
      <dgm:spPr/>
    </dgm:pt>
    <dgm:pt modelId="{7958A9B6-5F75-4761-AEA3-8636329FC83A}" type="pres">
      <dgm:prSet presAssocID="{748934FE-CE96-4045-97F3-382E7C409ABA}" presName="gear2dstNode" presStyleLbl="node1" presStyleIdx="1" presStyleCnt="3"/>
      <dgm:spPr/>
    </dgm:pt>
    <dgm:pt modelId="{8C0A7714-E9BF-4D07-9CDE-AABA58B5D712}" type="pres">
      <dgm:prSet presAssocID="{A1FC69E8-CA89-46DE-AC52-62E9C6D0B605}" presName="gear3" presStyleLbl="node1" presStyleIdx="2" presStyleCnt="3"/>
      <dgm:spPr/>
    </dgm:pt>
    <dgm:pt modelId="{0DC28E02-4769-4F20-B96B-A7AAE54433E0}" type="pres">
      <dgm:prSet presAssocID="{A1FC69E8-CA89-46DE-AC52-62E9C6D0B605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925B7319-FC6E-4310-8B9C-F99C0177D6C4}" type="pres">
      <dgm:prSet presAssocID="{A1FC69E8-CA89-46DE-AC52-62E9C6D0B605}" presName="gear3srcNode" presStyleLbl="node1" presStyleIdx="2" presStyleCnt="3"/>
      <dgm:spPr/>
    </dgm:pt>
    <dgm:pt modelId="{0F7A3816-84B3-438B-B368-4F1E1B220A9C}" type="pres">
      <dgm:prSet presAssocID="{A1FC69E8-CA89-46DE-AC52-62E9C6D0B605}" presName="gear3dstNode" presStyleLbl="node1" presStyleIdx="2" presStyleCnt="3"/>
      <dgm:spPr/>
    </dgm:pt>
    <dgm:pt modelId="{8DB07ABD-3B9C-4A0D-A24B-305751BB1D2C}" type="pres">
      <dgm:prSet presAssocID="{2D83AB57-5A1F-4C3B-B388-7F96A8810ED6}" presName="connector1" presStyleLbl="sibTrans2D1" presStyleIdx="0" presStyleCnt="3"/>
      <dgm:spPr/>
    </dgm:pt>
    <dgm:pt modelId="{CF16C807-5D9E-41A8-98C6-A776E8363D15}" type="pres">
      <dgm:prSet presAssocID="{EF58B74E-53E4-418D-AAA3-CC21D8A4D23B}" presName="connector2" presStyleLbl="sibTrans2D1" presStyleIdx="1" presStyleCnt="3"/>
      <dgm:spPr/>
    </dgm:pt>
    <dgm:pt modelId="{99C1995E-F4E2-471C-BDEC-3F685039779B}" type="pres">
      <dgm:prSet presAssocID="{AC107BF6-0700-42F4-A047-EA26CA22C343}" presName="connector3" presStyleLbl="sibTrans2D1" presStyleIdx="2" presStyleCnt="3"/>
      <dgm:spPr/>
    </dgm:pt>
  </dgm:ptLst>
  <dgm:cxnLst>
    <dgm:cxn modelId="{CFE3B40B-313E-4D9D-8322-05F2DEC8E025}" type="presOf" srcId="{EF58B74E-53E4-418D-AAA3-CC21D8A4D23B}" destId="{CF16C807-5D9E-41A8-98C6-A776E8363D15}" srcOrd="0" destOrd="0" presId="urn:microsoft.com/office/officeart/2005/8/layout/gear1"/>
    <dgm:cxn modelId="{A3732923-CC26-4F7C-9F56-321668B92E56}" type="presOf" srcId="{A1FC69E8-CA89-46DE-AC52-62E9C6D0B605}" destId="{0F7A3816-84B3-438B-B368-4F1E1B220A9C}" srcOrd="3" destOrd="0" presId="urn:microsoft.com/office/officeart/2005/8/layout/gear1"/>
    <dgm:cxn modelId="{6EA7D730-60ED-460D-AF3C-59497C4486AA}" type="presOf" srcId="{748934FE-CE96-4045-97F3-382E7C409ABA}" destId="{6F3CDB64-280C-4D21-AA9F-3EF689680343}" srcOrd="1" destOrd="0" presId="urn:microsoft.com/office/officeart/2005/8/layout/gear1"/>
    <dgm:cxn modelId="{DDDF0762-E350-40A9-9D6C-81E2F46A65DF}" type="presOf" srcId="{B9DB46D8-CB85-48E0-AE7E-ED9B74005373}" destId="{77C231DB-1035-4097-8CD9-B20554FBFC80}" srcOrd="2" destOrd="0" presId="urn:microsoft.com/office/officeart/2005/8/layout/gear1"/>
    <dgm:cxn modelId="{921F6062-ADEE-4644-B426-186F0301E61A}" type="presOf" srcId="{2D83AB57-5A1F-4C3B-B388-7F96A8810ED6}" destId="{8DB07ABD-3B9C-4A0D-A24B-305751BB1D2C}" srcOrd="0" destOrd="0" presId="urn:microsoft.com/office/officeart/2005/8/layout/gear1"/>
    <dgm:cxn modelId="{D529A877-5DA1-4349-B650-69EBDC1F7CC0}" type="presOf" srcId="{A1FC69E8-CA89-46DE-AC52-62E9C6D0B605}" destId="{0DC28E02-4769-4F20-B96B-A7AAE54433E0}" srcOrd="1" destOrd="0" presId="urn:microsoft.com/office/officeart/2005/8/layout/gear1"/>
    <dgm:cxn modelId="{961FD977-A4E8-4215-B3BC-C063DE13D1B5}" type="presOf" srcId="{F9F8EDDD-7E12-4ED6-9A64-963CF86EB33D}" destId="{C2E55EAC-612F-498D-85DA-4932EB4912A5}" srcOrd="0" destOrd="0" presId="urn:microsoft.com/office/officeart/2005/8/layout/gear1"/>
    <dgm:cxn modelId="{3B825C7C-2BB8-460D-857C-C6389BC4B7BF}" type="presOf" srcId="{AC107BF6-0700-42F4-A047-EA26CA22C343}" destId="{99C1995E-F4E2-471C-BDEC-3F685039779B}" srcOrd="0" destOrd="0" presId="urn:microsoft.com/office/officeart/2005/8/layout/gear1"/>
    <dgm:cxn modelId="{840DFF88-9220-4B85-AA7F-A433C247BE9A}" type="presOf" srcId="{748934FE-CE96-4045-97F3-382E7C409ABA}" destId="{7958A9B6-5F75-4761-AEA3-8636329FC83A}" srcOrd="2" destOrd="0" presId="urn:microsoft.com/office/officeart/2005/8/layout/gear1"/>
    <dgm:cxn modelId="{1EB138A3-81D9-4801-A28B-E5C658ACFCB8}" type="presOf" srcId="{A1FC69E8-CA89-46DE-AC52-62E9C6D0B605}" destId="{925B7319-FC6E-4310-8B9C-F99C0177D6C4}" srcOrd="2" destOrd="0" presId="urn:microsoft.com/office/officeart/2005/8/layout/gear1"/>
    <dgm:cxn modelId="{04E72FAB-8708-4B10-B4FB-9384F8E4D289}" type="presOf" srcId="{B9DB46D8-CB85-48E0-AE7E-ED9B74005373}" destId="{7DBA2E8A-E738-449D-81F3-52AA7C6BE91B}" srcOrd="0" destOrd="0" presId="urn:microsoft.com/office/officeart/2005/8/layout/gear1"/>
    <dgm:cxn modelId="{A0F145B4-E57A-4C98-9A57-7CAE271E6831}" srcId="{F9F8EDDD-7E12-4ED6-9A64-963CF86EB33D}" destId="{A1FC69E8-CA89-46DE-AC52-62E9C6D0B605}" srcOrd="2" destOrd="0" parTransId="{FB7893AE-72D6-4ABF-A24D-BBF87EF83B5E}" sibTransId="{AC107BF6-0700-42F4-A047-EA26CA22C343}"/>
    <dgm:cxn modelId="{D87DE0B6-7214-466F-912B-7CDFDB69B139}" type="presOf" srcId="{748934FE-CE96-4045-97F3-382E7C409ABA}" destId="{BA7ECAA5-8D6A-4C09-B750-7FA8419045C6}" srcOrd="0" destOrd="0" presId="urn:microsoft.com/office/officeart/2005/8/layout/gear1"/>
    <dgm:cxn modelId="{619141E4-E521-42A2-B7B0-FCB32F3A531C}" srcId="{F9F8EDDD-7E12-4ED6-9A64-963CF86EB33D}" destId="{B9DB46D8-CB85-48E0-AE7E-ED9B74005373}" srcOrd="0" destOrd="0" parTransId="{3F77292D-F1BC-498D-98D7-64D48F264076}" sibTransId="{2D83AB57-5A1F-4C3B-B388-7F96A8810ED6}"/>
    <dgm:cxn modelId="{E51B7FE9-A9D7-4E65-898F-080480CB09EF}" srcId="{F9F8EDDD-7E12-4ED6-9A64-963CF86EB33D}" destId="{748934FE-CE96-4045-97F3-382E7C409ABA}" srcOrd="1" destOrd="0" parTransId="{FFE2AB52-8765-4DA3-BC3E-99587FBB93A2}" sibTransId="{EF58B74E-53E4-418D-AAA3-CC21D8A4D23B}"/>
    <dgm:cxn modelId="{FE9595EA-BC6F-4856-B0AB-7536F793F5CC}" type="presOf" srcId="{B9DB46D8-CB85-48E0-AE7E-ED9B74005373}" destId="{F5C09E4A-CA0F-4DBF-8430-5BDFC8557DCF}" srcOrd="1" destOrd="0" presId="urn:microsoft.com/office/officeart/2005/8/layout/gear1"/>
    <dgm:cxn modelId="{7BFC6EF5-5E9B-4341-99F6-FD42BD56B8D3}" type="presOf" srcId="{A1FC69E8-CA89-46DE-AC52-62E9C6D0B605}" destId="{8C0A7714-E9BF-4D07-9CDE-AABA58B5D712}" srcOrd="0" destOrd="0" presId="urn:microsoft.com/office/officeart/2005/8/layout/gear1"/>
    <dgm:cxn modelId="{D8BA3BD4-E9C2-407E-92B6-7266887736D0}" type="presParOf" srcId="{C2E55EAC-612F-498D-85DA-4932EB4912A5}" destId="{7DBA2E8A-E738-449D-81F3-52AA7C6BE91B}" srcOrd="0" destOrd="0" presId="urn:microsoft.com/office/officeart/2005/8/layout/gear1"/>
    <dgm:cxn modelId="{3452B9B7-BD46-43FA-843F-42C83668BF0F}" type="presParOf" srcId="{C2E55EAC-612F-498D-85DA-4932EB4912A5}" destId="{F5C09E4A-CA0F-4DBF-8430-5BDFC8557DCF}" srcOrd="1" destOrd="0" presId="urn:microsoft.com/office/officeart/2005/8/layout/gear1"/>
    <dgm:cxn modelId="{F792C4A6-4B36-49EE-BCE0-97F74C991613}" type="presParOf" srcId="{C2E55EAC-612F-498D-85DA-4932EB4912A5}" destId="{77C231DB-1035-4097-8CD9-B20554FBFC80}" srcOrd="2" destOrd="0" presId="urn:microsoft.com/office/officeart/2005/8/layout/gear1"/>
    <dgm:cxn modelId="{8E7A9B00-344B-49F4-A3D0-72AF2680E1E2}" type="presParOf" srcId="{C2E55EAC-612F-498D-85DA-4932EB4912A5}" destId="{BA7ECAA5-8D6A-4C09-B750-7FA8419045C6}" srcOrd="3" destOrd="0" presId="urn:microsoft.com/office/officeart/2005/8/layout/gear1"/>
    <dgm:cxn modelId="{D34539CE-8D0C-4F30-83A3-26D5A3CD04DA}" type="presParOf" srcId="{C2E55EAC-612F-498D-85DA-4932EB4912A5}" destId="{6F3CDB64-280C-4D21-AA9F-3EF689680343}" srcOrd="4" destOrd="0" presId="urn:microsoft.com/office/officeart/2005/8/layout/gear1"/>
    <dgm:cxn modelId="{D2D00EC4-0AA8-4075-A38C-8ED8DD24A036}" type="presParOf" srcId="{C2E55EAC-612F-498D-85DA-4932EB4912A5}" destId="{7958A9B6-5F75-4761-AEA3-8636329FC83A}" srcOrd="5" destOrd="0" presId="urn:microsoft.com/office/officeart/2005/8/layout/gear1"/>
    <dgm:cxn modelId="{B3D54A4C-0C52-4F45-8BC1-F0C6A7296E30}" type="presParOf" srcId="{C2E55EAC-612F-498D-85DA-4932EB4912A5}" destId="{8C0A7714-E9BF-4D07-9CDE-AABA58B5D712}" srcOrd="6" destOrd="0" presId="urn:microsoft.com/office/officeart/2005/8/layout/gear1"/>
    <dgm:cxn modelId="{C34F2C5E-9D04-4BAA-B2E6-1B034924B5F0}" type="presParOf" srcId="{C2E55EAC-612F-498D-85DA-4932EB4912A5}" destId="{0DC28E02-4769-4F20-B96B-A7AAE54433E0}" srcOrd="7" destOrd="0" presId="urn:microsoft.com/office/officeart/2005/8/layout/gear1"/>
    <dgm:cxn modelId="{025514B7-EC40-434E-BC0F-03ED2FF81854}" type="presParOf" srcId="{C2E55EAC-612F-498D-85DA-4932EB4912A5}" destId="{925B7319-FC6E-4310-8B9C-F99C0177D6C4}" srcOrd="8" destOrd="0" presId="urn:microsoft.com/office/officeart/2005/8/layout/gear1"/>
    <dgm:cxn modelId="{ADDD1F99-F59E-440A-8057-4CF3C234F5E3}" type="presParOf" srcId="{C2E55EAC-612F-498D-85DA-4932EB4912A5}" destId="{0F7A3816-84B3-438B-B368-4F1E1B220A9C}" srcOrd="9" destOrd="0" presId="urn:microsoft.com/office/officeart/2005/8/layout/gear1"/>
    <dgm:cxn modelId="{BE94A738-1BD1-437A-8C43-AED3AC243F6F}" type="presParOf" srcId="{C2E55EAC-612F-498D-85DA-4932EB4912A5}" destId="{8DB07ABD-3B9C-4A0D-A24B-305751BB1D2C}" srcOrd="10" destOrd="0" presId="urn:microsoft.com/office/officeart/2005/8/layout/gear1"/>
    <dgm:cxn modelId="{7E66BBBB-06EF-457F-B188-FC54D4F0AAE0}" type="presParOf" srcId="{C2E55EAC-612F-498D-85DA-4932EB4912A5}" destId="{CF16C807-5D9E-41A8-98C6-A776E8363D15}" srcOrd="11" destOrd="0" presId="urn:microsoft.com/office/officeart/2005/8/layout/gear1"/>
    <dgm:cxn modelId="{34836577-EB7F-41B5-BF9B-D89033CB847D}" type="presParOf" srcId="{C2E55EAC-612F-498D-85DA-4932EB4912A5}" destId="{99C1995E-F4E2-471C-BDEC-3F685039779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BA2E8A-E738-449D-81F3-52AA7C6BE91B}">
      <dsp:nvSpPr>
        <dsp:cNvPr id="0" name=""/>
        <dsp:cNvSpPr/>
      </dsp:nvSpPr>
      <dsp:spPr>
        <a:xfrm>
          <a:off x="2013267" y="1840230"/>
          <a:ext cx="2249170" cy="2249170"/>
        </a:xfrm>
        <a:prstGeom prst="gear9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Group A</a:t>
          </a:r>
        </a:p>
      </dsp:txBody>
      <dsp:txXfrm>
        <a:off x="2465450" y="2367087"/>
        <a:ext cx="1344804" cy="1156120"/>
      </dsp:txXfrm>
    </dsp:sp>
    <dsp:sp modelId="{BA7ECAA5-8D6A-4C09-B750-7FA8419045C6}">
      <dsp:nvSpPr>
        <dsp:cNvPr id="0" name=""/>
        <dsp:cNvSpPr/>
      </dsp:nvSpPr>
      <dsp:spPr>
        <a:xfrm>
          <a:off x="704659" y="1308608"/>
          <a:ext cx="1635760" cy="1635760"/>
        </a:xfrm>
        <a:prstGeom prst="gear6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Group B</a:t>
          </a:r>
        </a:p>
      </dsp:txBody>
      <dsp:txXfrm>
        <a:off x="1116467" y="1722904"/>
        <a:ext cx="812144" cy="807168"/>
      </dsp:txXfrm>
    </dsp:sp>
    <dsp:sp modelId="{8C0A7714-E9BF-4D07-9CDE-AABA58B5D712}">
      <dsp:nvSpPr>
        <dsp:cNvPr id="0" name=""/>
        <dsp:cNvSpPr/>
      </dsp:nvSpPr>
      <dsp:spPr>
        <a:xfrm rot="20700000">
          <a:off x="1620852" y="180100"/>
          <a:ext cx="1602710" cy="1602710"/>
        </a:xfrm>
        <a:prstGeom prst="gear6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Group C</a:t>
          </a:r>
        </a:p>
      </dsp:txBody>
      <dsp:txXfrm rot="-20700000">
        <a:off x="1972373" y="531622"/>
        <a:ext cx="899668" cy="899668"/>
      </dsp:txXfrm>
    </dsp:sp>
    <dsp:sp modelId="{8DB07ABD-3B9C-4A0D-A24B-305751BB1D2C}">
      <dsp:nvSpPr>
        <dsp:cNvPr id="0" name=""/>
        <dsp:cNvSpPr/>
      </dsp:nvSpPr>
      <dsp:spPr>
        <a:xfrm>
          <a:off x="1839175" y="1501485"/>
          <a:ext cx="2878937" cy="2878937"/>
        </a:xfrm>
        <a:prstGeom prst="circularArrow">
          <a:avLst>
            <a:gd name="adj1" fmla="val 4687"/>
            <a:gd name="adj2" fmla="val 299029"/>
            <a:gd name="adj3" fmla="val 2513713"/>
            <a:gd name="adj4" fmla="val 1586657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6C807-5D9E-41A8-98C6-A776E8363D15}">
      <dsp:nvSpPr>
        <dsp:cNvPr id="0" name=""/>
        <dsp:cNvSpPr/>
      </dsp:nvSpPr>
      <dsp:spPr>
        <a:xfrm>
          <a:off x="414969" y="947126"/>
          <a:ext cx="2091728" cy="209172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1995E-F4E2-471C-BDEC-3F685039779B}">
      <dsp:nvSpPr>
        <dsp:cNvPr id="0" name=""/>
        <dsp:cNvSpPr/>
      </dsp:nvSpPr>
      <dsp:spPr>
        <a:xfrm>
          <a:off x="1250128" y="-170503"/>
          <a:ext cx="2255304" cy="225530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9/28/2026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9/28/2026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white">
          <a:xfrm>
            <a:off x="1141413" y="1600200"/>
            <a:ext cx="990295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top graphic" descr="Top border design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bottom graphic" descr="Bottom border design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93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72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0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7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1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61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6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8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82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032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 descr="Bottom border design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top graphic" descr="Top border design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mp4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HomeAgent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UGREEN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UGREEN</a:t>
            </a:r>
          </a:p>
          <a:p>
            <a:r>
              <a:rPr lang="en-US" dirty="0"/>
              <a:t>Problem</a:t>
            </a:r>
          </a:p>
          <a:p>
            <a:r>
              <a:rPr lang="en-US" dirty="0"/>
              <a:t>Project implementation steps</a:t>
            </a:r>
          </a:p>
          <a:p>
            <a:r>
              <a:rPr lang="en-US" dirty="0"/>
              <a:t>Results/modifications</a:t>
            </a:r>
          </a:p>
        </p:txBody>
      </p:sp>
    </p:spTree>
    <p:extLst>
      <p:ext uri="{BB962C8B-B14F-4D97-AF65-F5344CB8AC3E}">
        <p14:creationId xmlns:p14="http://schemas.microsoft.com/office/powerpoint/2010/main" val="2723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3F65-277A-D26A-423E-1D747F5A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D8A918-5C6C-D35E-E531-48942048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UGREEN?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3FF65-6A50-F346-9C72-5EFD51C20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97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UGREEN?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C39AB-93F6-3FC6-74E3-CFEF1AB2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38" b="29692"/>
          <a:stretch>
            <a:fillRect/>
          </a:stretch>
        </p:blipFill>
        <p:spPr>
          <a:xfrm>
            <a:off x="-26397" y="2372431"/>
            <a:ext cx="6302055" cy="2544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DD334-3B8C-99A7-73E6-A941584A92EB}"/>
              </a:ext>
            </a:extLst>
          </p:cNvPr>
          <p:cNvSpPr txBox="1"/>
          <p:nvPr/>
        </p:nvSpPr>
        <p:spPr>
          <a:xfrm>
            <a:off x="6305968" y="2397240"/>
            <a:ext cx="5431157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Chinese Company founded in 2012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Started off as a cable manufacturer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Leading providers in charging, connectivity solutions, and NAS systems</a:t>
            </a:r>
          </a:p>
        </p:txBody>
      </p:sp>
    </p:spTree>
    <p:extLst>
      <p:ext uri="{BB962C8B-B14F-4D97-AF65-F5344CB8AC3E}">
        <p14:creationId xmlns:p14="http://schemas.microsoft.com/office/powerpoint/2010/main" val="51801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5728-9E20-D042-6E3D-7F56C45E0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E67122-EF70-ABA5-AE08-D5243361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UGREEN, a company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27E70F-B6FE-883D-FD1F-A15CDC763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UGREEN </a:t>
            </a:r>
            <a:r>
              <a:rPr lang="en-US" dirty="0" err="1"/>
              <a:t>NASync</a:t>
            </a:r>
            <a:r>
              <a:rPr lang="en-US" dirty="0"/>
              <a:t> DXP2800</a:t>
            </a:r>
          </a:p>
          <a:p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B4BFCFD-0AE9-87E2-25F4-5E0C4A4012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46325" y="2928937"/>
            <a:ext cx="2771775" cy="275272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3A1837-34B3-E111-7471-BCCF7F8D7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UGREEN 2.5" Hard Drive Enclosure USB 3.0 to SATA III Adapter 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5ACB50-DB14-17FD-9CA8-A9F8C00E0A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37363" y="2590800"/>
            <a:ext cx="3238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4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5CE8-E942-DDCA-6016-2F47FE75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63BEAF-3A3D-89A2-B273-BF22973E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problem?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15740-0630-8096-A071-662380CF4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5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916E-F35B-8F2D-9485-EFDB5173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13093-4785-5848-5409-8A551D66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042CFA5-B2F2-F6EE-4115-E02EF6EBF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>
            <a:normAutofit fontScale="92500"/>
          </a:bodyPr>
          <a:lstStyle/>
          <a:p>
            <a:r>
              <a:rPr lang="en-US" dirty="0"/>
              <a:t>Finding a way to integrate and unifying IoT features into a single device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08C31-1184-6E9E-EECE-F973F8A8D612}"/>
              </a:ext>
            </a:extLst>
          </p:cNvPr>
          <p:cNvSpPr txBox="1"/>
          <p:nvPr/>
        </p:nvSpPr>
        <p:spPr>
          <a:xfrm>
            <a:off x="1522413" y="2590801"/>
            <a:ext cx="4419599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Security cameras → one application</a:t>
            </a:r>
          </a:p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Photos/files → NAS or cloud storage </a:t>
            </a:r>
          </a:p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Smart lights → another application </a:t>
            </a:r>
          </a:p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Voice assistant → another service </a:t>
            </a:r>
          </a:p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Home automation → another platform </a:t>
            </a:r>
          </a:p>
          <a:p>
            <a:pPr marL="274320" lvl="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r>
              <a:rPr lang="en-US" sz="1700" dirty="0"/>
              <a:t>AI processing → often cloud-based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B8CBDC4-BC4B-FD4D-3CD3-DA8E21F48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>
            <a:normAutofit fontScale="92500"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9F7B1-A7FC-03F6-E155-85F18351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r="19711" b="-2"/>
          <a:stretch>
            <a:fillRect/>
          </a:stretch>
        </p:blipFill>
        <p:spPr>
          <a:xfrm>
            <a:off x="6094412" y="1697665"/>
            <a:ext cx="5570752" cy="43221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665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16B6-D933-5512-6D50-9A052C65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6CF627-AAC3-23D1-E72A-FC835425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0AF6E3-2306-5BA3-CE4E-7FF9273E0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C04C53-28A4-DC31-F6B1-E6C8E61C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Privacy</a:t>
            </a:r>
          </a:p>
          <a:p>
            <a:endParaRPr lang="en-US" dirty="0"/>
          </a:p>
        </p:txBody>
      </p:sp>
      <p:pic>
        <p:nvPicPr>
          <p:cNvPr id="6" name="Content Placeholder 5" descr="Speak to Uliya in Any Room">
            <a:extLst>
              <a:ext uri="{FF2B5EF4-FFF2-40B4-BE49-F238E27FC236}">
                <a16:creationId xmlns:a16="http://schemas.microsoft.com/office/drawing/2014/main" id="{B288D57A-C2B8-AFA0-2061-994D051E70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22413" y="3237955"/>
            <a:ext cx="4419600" cy="213469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7A9FADE-E9F6-4500-330B-BBB9F50C2E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24872" y="2590800"/>
            <a:ext cx="386348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75B7-3C19-20C1-5449-B1CA4F7F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F452D-B9E8-88DA-F9C2-8C09BBAE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1A75D-FDC4-60FE-3979-8123C356E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7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289E-B82D-1B66-AD09-C81CAC8B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AD23AB-7CAF-9B79-2711-B101E9C1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95DF7-1C51-AB64-9625-BBEE8777DC6B}"/>
              </a:ext>
            </a:extLst>
          </p:cNvPr>
          <p:cNvSpPr txBox="1"/>
          <p:nvPr/>
        </p:nvSpPr>
        <p:spPr>
          <a:xfrm>
            <a:off x="1522413" y="1904999"/>
            <a:ext cx="4435564" cy="4088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indent="-274320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C5B5F-2309-21E8-4028-BD3CD9AB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978" y="380999"/>
            <a:ext cx="5320336" cy="589510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127906-B7C2-D6E4-4651-7814A4A1C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2" y="2037906"/>
            <a:ext cx="5943600" cy="282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7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8C58-B0D9-F30A-4958-02267B34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3C32CF-5C2F-58EA-5F5F-62B6CB79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A1717E-4648-7763-9F35-88D44C73B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89F4D0-B103-0EB1-76A6-EF06B878D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curtains">
            <a:hlinkClick r:id="" action="ppaction://media"/>
            <a:extLst>
              <a:ext uri="{FF2B5EF4-FFF2-40B4-BE49-F238E27FC236}">
                <a16:creationId xmlns:a16="http://schemas.microsoft.com/office/drawing/2014/main" id="{964DB8AD-3E6A-EFD9-5B3B-7EE6D83CD296}"/>
              </a:ext>
            </a:extLst>
          </p:cNvPr>
          <p:cNvPicPr>
            <a:picLocks noGrp="1" noChangeAspect="1"/>
          </p:cNvPicPr>
          <p:nvPr>
            <p:ph sz="quarter" idx="4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46813" y="2720975"/>
            <a:ext cx="4419600" cy="3167063"/>
          </a:xfrm>
        </p:spPr>
      </p:pic>
      <p:pic>
        <p:nvPicPr>
          <p:cNvPr id="20" name="dog">
            <a:hlinkClick r:id="" action="ppaction://media"/>
            <a:extLst>
              <a:ext uri="{FF2B5EF4-FFF2-40B4-BE49-F238E27FC236}">
                <a16:creationId xmlns:a16="http://schemas.microsoft.com/office/drawing/2014/main" id="{42EE680E-1522-7260-CE28-EAF0E63B9165}"/>
              </a:ext>
            </a:extLst>
          </p:cNvPr>
          <p:cNvPicPr>
            <a:picLocks noGrp="1" noChangeAspect="1"/>
          </p:cNvPicPr>
          <p:nvPr>
            <p:ph sz="half" idx="2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22413" y="2720975"/>
            <a:ext cx="4419600" cy="3167063"/>
          </a:xfrm>
        </p:spPr>
      </p:pic>
    </p:spTree>
    <p:extLst>
      <p:ext uri="{BB962C8B-B14F-4D97-AF65-F5344CB8AC3E}">
        <p14:creationId xmlns:p14="http://schemas.microsoft.com/office/powerpoint/2010/main" val="298898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3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57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977B9-40AA-D7F4-3AE5-D47BC9ED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F983C-460D-5311-0583-12767C24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AI (cont’d)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9A264E-28BA-C2A7-35C9-93AC2D628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face detection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0D23929-E46D-CB91-9085-44B0870C30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22413" y="2727822"/>
            <a:ext cx="4419600" cy="31549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3FE92E-63D8-CAB1-817B-94935D717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Crying baby alerts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261AD7A-36FE-142A-02AC-34F97B7369B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46813" y="3232333"/>
            <a:ext cx="4419600" cy="214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12" name="Content Placeholder 11" descr="Clustered column chart representing&#10;3 series and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634382"/>
              </p:ext>
            </p:extLst>
          </p:nvPr>
        </p:nvGraphicFramePr>
        <p:xfrm>
          <a:off x="1522413" y="1905000"/>
          <a:ext cx="9144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14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0013693"/>
              </p:ext>
            </p:extLst>
          </p:nvPr>
        </p:nvGraphicFramePr>
        <p:xfrm>
          <a:off x="6230938" y="1905000"/>
          <a:ext cx="4435476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78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20559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graphicFrame>
        <p:nvGraphicFramePr>
          <p:cNvPr id="4" name="Content Placeholder 3" descr="Gear showing 3 groups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5308056"/>
              </p:ext>
            </p:extLst>
          </p:nvPr>
        </p:nvGraphicFramePr>
        <p:xfrm>
          <a:off x="6230938" y="1905000"/>
          <a:ext cx="4435475" cy="408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407383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2D287E-CFC9-46C7-A8C3-CC6D0543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AB3D0-D922-493E-86E0-EE89A919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118A15-9930-400A-BD5F-1D073D07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F8F488-EFFA-43C0-9C0E-CD085E452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35A455-1774-481A-B17A-E7EAE3952A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A65D80-F26A-431F-BB1C-1814DB0B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3E8982-6D27-4EEC-B468-1FDA8C48C6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4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82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B45298-8664-4F94-84D5-8E99EDEB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21CF6-2E67-4577-BA74-7355551C7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B3B8A1-B522-4C43-B7D3-A5FD1DA97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5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E763-3EFC-4A97-8AF7-8838E6AE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3" name="Picture Placeholder 2" descr="An empty placeholder to add an image. Click on the placeholder and select the image that you wish to add">
            <a:extLst>
              <a:ext uri="{FF2B5EF4-FFF2-40B4-BE49-F238E27FC236}">
                <a16:creationId xmlns:a16="http://schemas.microsoft.com/office/drawing/2014/main" id="{BAA1B70D-5203-4611-A7C2-17FAF29FDA8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9F200-F83B-4178-A537-145F7BB34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iped Border 16x9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riped black border presentation (widescreen).potx" id="{96522838-024F-4A04-A543-9EF396F770C0}" vid="{BD969DAD-256A-4182-ABA2-1577ED7D3144}"/>
    </a:ext>
  </a:extLst>
</a:theme>
</file>

<file path=ppt/theme/theme2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Striped black border presentation (widescreen)</Template>
  <TotalTime>55</TotalTime>
  <Words>228</Words>
  <Application>Microsoft Office PowerPoint</Application>
  <PresentationFormat>Custom</PresentationFormat>
  <Paragraphs>62</Paragraphs>
  <Slides>20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Euphemia</vt:lpstr>
      <vt:lpstr>Striped Border 16x9</vt:lpstr>
      <vt:lpstr>HomeAgent</vt:lpstr>
      <vt:lpstr>Table of Contents</vt:lpstr>
      <vt:lpstr>Who is UGREEN?</vt:lpstr>
      <vt:lpstr>Who is UGREEN?</vt:lpstr>
      <vt:lpstr>UGREEN, a company</vt:lpstr>
      <vt:lpstr>What’s the problem?</vt:lpstr>
      <vt:lpstr>The problem</vt:lpstr>
      <vt:lpstr>The problem (cont’d)</vt:lpstr>
      <vt:lpstr>Implementation S</vt:lpstr>
      <vt:lpstr>Hardware</vt:lpstr>
      <vt:lpstr>Local AI</vt:lpstr>
      <vt:lpstr>Local AI (cont’d)</vt:lpstr>
      <vt:lpstr>Title and Content Layout with Chart</vt:lpstr>
      <vt:lpstr>Two Content Layout with Table</vt:lpstr>
      <vt:lpstr>Two Content Layout with SmartArt</vt:lpstr>
      <vt:lpstr>Add a Slide Title - 1</vt:lpstr>
      <vt:lpstr>Add a Slide Title - 2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Efren Fabro</dc:creator>
  <cp:lastModifiedBy>Cyril Efren Fabro</cp:lastModifiedBy>
  <cp:revision>1</cp:revision>
  <dcterms:created xsi:type="dcterms:W3CDTF">2026-09-28T18:02:37Z</dcterms:created>
  <dcterms:modified xsi:type="dcterms:W3CDTF">2026-09-28T18:57:58Z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